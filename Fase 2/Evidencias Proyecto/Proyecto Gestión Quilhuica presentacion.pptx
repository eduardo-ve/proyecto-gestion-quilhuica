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TT Norms" charset="1" panose="02000503030000020003"/>
      <p:regular r:id="rId13"/>
    </p:embeddedFont>
    <p:embeddedFont>
      <p:font typeface="TT Norms Bold" charset="1" panose="02000803030000020004"/>
      <p:regular r:id="rId14"/>
    </p:embeddedFont>
    <p:embeddedFont>
      <p:font typeface="Open Sans Bold" charset="1" panose="020B0806030504020204"/>
      <p:regular r:id="rId15"/>
    </p:embeddedFont>
    <p:embeddedFont>
      <p:font typeface="League Spartan" charset="1" panose="00000800000000000000"/>
      <p:regular r:id="rId16"/>
    </p:embeddedFont>
    <p:embeddedFont>
      <p:font typeface="Open Sans" charset="1" panose="020B0606030504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jpe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22.svg" Type="http://schemas.openxmlformats.org/officeDocument/2006/relationships/image"/><Relationship Id="rId12" Target="../media/image23.png" Type="http://schemas.openxmlformats.org/officeDocument/2006/relationships/image"/><Relationship Id="rId13" Target="../media/image24.svg" Type="http://schemas.openxmlformats.org/officeDocument/2006/relationships/image"/><Relationship Id="rId14" Target="../media/image25.png" Type="http://schemas.openxmlformats.org/officeDocument/2006/relationships/image"/><Relationship Id="rId15" Target="../media/image26.svg" Type="http://schemas.openxmlformats.org/officeDocument/2006/relationships/image"/><Relationship Id="rId16" Target="../media/image27.png" Type="http://schemas.openxmlformats.org/officeDocument/2006/relationships/image"/><Relationship Id="rId17" Target="../media/image28.svg" Type="http://schemas.openxmlformats.org/officeDocument/2006/relationships/image"/><Relationship Id="rId18" Target="../media/image29.png" Type="http://schemas.openxmlformats.org/officeDocument/2006/relationships/image"/><Relationship Id="rId19" Target="../media/image30.svg" Type="http://schemas.openxmlformats.org/officeDocument/2006/relationships/image"/><Relationship Id="rId2" Target="../media/image13.png" Type="http://schemas.openxmlformats.org/officeDocument/2006/relationships/image"/><Relationship Id="rId20" Target="../media/image31.png" Type="http://schemas.openxmlformats.org/officeDocument/2006/relationships/image"/><Relationship Id="rId21" Target="../media/image32.svg" Type="http://schemas.openxmlformats.org/officeDocument/2006/relationships/image"/><Relationship Id="rId22" Target="../media/image33.png" Type="http://schemas.openxmlformats.org/officeDocument/2006/relationships/image"/><Relationship Id="rId23" Target="../media/image34.sv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12" Target="../media/image42.png" Type="http://schemas.openxmlformats.org/officeDocument/2006/relationships/image"/><Relationship Id="rId13" Target="../media/image43.svg" Type="http://schemas.openxmlformats.org/officeDocument/2006/relationships/image"/><Relationship Id="rId14" Target="../media/image44.png" Type="http://schemas.openxmlformats.org/officeDocument/2006/relationships/image"/><Relationship Id="rId15" Target="../media/image45.svg" Type="http://schemas.openxmlformats.org/officeDocument/2006/relationships/image"/><Relationship Id="rId16" Target="../media/image46.png" Type="http://schemas.openxmlformats.org/officeDocument/2006/relationships/image"/><Relationship Id="rId17" Target="../media/image47.svg" Type="http://schemas.openxmlformats.org/officeDocument/2006/relationships/image"/><Relationship Id="rId18" Target="../media/image48.png" Type="http://schemas.openxmlformats.org/officeDocument/2006/relationships/image"/><Relationship Id="rId19" Target="../media/image49.png" Type="http://schemas.openxmlformats.org/officeDocument/2006/relationships/image"/><Relationship Id="rId2" Target="../media/image1.jpeg" Type="http://schemas.openxmlformats.org/officeDocument/2006/relationships/image"/><Relationship Id="rId20" Target="../embeddings/oleObject1.bin" Type="http://schemas.openxmlformats.org/officeDocument/2006/relationships/oleObject"/><Relationship Id="rId21" Target="../media/image33.png" Type="http://schemas.openxmlformats.org/officeDocument/2006/relationships/image"/><Relationship Id="rId22" Target="../media/image34.svg" Type="http://schemas.openxmlformats.org/officeDocument/2006/relationships/image"/><Relationship Id="rId3" Target="../media/image35.jpeg" Type="http://schemas.openxmlformats.org/officeDocument/2006/relationships/image"/><Relationship Id="rId4" Target="../media/image36.png" Type="http://schemas.openxmlformats.org/officeDocument/2006/relationships/image"/><Relationship Id="rId5" Target="../media/image37.svg" Type="http://schemas.openxmlformats.org/officeDocument/2006/relationships/image"/><Relationship Id="rId6" Target="../media/image38.png" Type="http://schemas.openxmlformats.org/officeDocument/2006/relationships/image"/><Relationship Id="rId7" Target="../media/image39.svg" Type="http://schemas.openxmlformats.org/officeDocument/2006/relationships/image"/><Relationship Id="rId8" Target="../media/image40.png" Type="http://schemas.openxmlformats.org/officeDocument/2006/relationships/image"/><Relationship Id="rId9" Target="../media/image4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22.svg" Type="http://schemas.openxmlformats.org/officeDocument/2006/relationships/image"/><Relationship Id="rId12" Target="../media/image23.png" Type="http://schemas.openxmlformats.org/officeDocument/2006/relationships/image"/><Relationship Id="rId13" Target="../media/image24.svg" Type="http://schemas.openxmlformats.org/officeDocument/2006/relationships/image"/><Relationship Id="rId14" Target="../media/image25.png" Type="http://schemas.openxmlformats.org/officeDocument/2006/relationships/image"/><Relationship Id="rId15" Target="../media/image26.svg" Type="http://schemas.openxmlformats.org/officeDocument/2006/relationships/image"/><Relationship Id="rId16" Target="../media/image27.png" Type="http://schemas.openxmlformats.org/officeDocument/2006/relationships/image"/><Relationship Id="rId17" Target="../media/image28.svg" Type="http://schemas.openxmlformats.org/officeDocument/2006/relationships/image"/><Relationship Id="rId18" Target="../media/image29.png" Type="http://schemas.openxmlformats.org/officeDocument/2006/relationships/image"/><Relationship Id="rId19" Target="../media/image30.svg" Type="http://schemas.openxmlformats.org/officeDocument/2006/relationships/image"/><Relationship Id="rId2" Target="../media/image13.png" Type="http://schemas.openxmlformats.org/officeDocument/2006/relationships/image"/><Relationship Id="rId20" Target="../media/image31.png" Type="http://schemas.openxmlformats.org/officeDocument/2006/relationships/image"/><Relationship Id="rId21" Target="../media/image32.svg" Type="http://schemas.openxmlformats.org/officeDocument/2006/relationships/image"/><Relationship Id="rId22" Target="../media/image50.png" Type="http://schemas.openxmlformats.org/officeDocument/2006/relationships/image"/><Relationship Id="rId23" Target="../media/image51.png" Type="http://schemas.openxmlformats.org/officeDocument/2006/relationships/image"/><Relationship Id="rId24" Target="../media/image52.sv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svg" Type="http://schemas.openxmlformats.org/officeDocument/2006/relationships/image"/><Relationship Id="rId11" Target="../media/image29.png" Type="http://schemas.openxmlformats.org/officeDocument/2006/relationships/image"/><Relationship Id="rId12" Target="../media/image30.svg" Type="http://schemas.openxmlformats.org/officeDocument/2006/relationships/image"/><Relationship Id="rId13" Target="../media/image31.png" Type="http://schemas.openxmlformats.org/officeDocument/2006/relationships/image"/><Relationship Id="rId14" Target="../media/image32.svg" Type="http://schemas.openxmlformats.org/officeDocument/2006/relationships/image"/><Relationship Id="rId15" Target="../media/image55.png" Type="http://schemas.openxmlformats.org/officeDocument/2006/relationships/image"/><Relationship Id="rId16" Target="../media/image56.png" Type="http://schemas.openxmlformats.org/officeDocument/2006/relationships/image"/><Relationship Id="rId17" Target="../media/image57.svg" Type="http://schemas.openxmlformats.org/officeDocument/2006/relationships/image"/><Relationship Id="rId18" Target="../media/image58.png" Type="http://schemas.openxmlformats.org/officeDocument/2006/relationships/image"/><Relationship Id="rId19" Target="../media/image59.svg" Type="http://schemas.openxmlformats.org/officeDocument/2006/relationships/image"/><Relationship Id="rId2" Target="../media/image1.jpeg" Type="http://schemas.openxmlformats.org/officeDocument/2006/relationships/image"/><Relationship Id="rId20" Target="../media/image51.png" Type="http://schemas.openxmlformats.org/officeDocument/2006/relationships/image"/><Relationship Id="rId21" Target="../media/image52.svg" Type="http://schemas.openxmlformats.org/officeDocument/2006/relationships/image"/><Relationship Id="rId3" Target="../media/image53.png" Type="http://schemas.openxmlformats.org/officeDocument/2006/relationships/image"/><Relationship Id="rId4" Target="../media/image54.svg" Type="http://schemas.openxmlformats.org/officeDocument/2006/relationships/image"/><Relationship Id="rId5" Target="../media/image27.png" Type="http://schemas.openxmlformats.org/officeDocument/2006/relationships/image"/><Relationship Id="rId6" Target="../media/image28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5.svg" Type="http://schemas.openxmlformats.org/officeDocument/2006/relationships/image"/><Relationship Id="rId11" Target="../media/image31.png" Type="http://schemas.openxmlformats.org/officeDocument/2006/relationships/image"/><Relationship Id="rId12" Target="../media/image32.svg" Type="http://schemas.openxmlformats.org/officeDocument/2006/relationships/image"/><Relationship Id="rId13" Target="../media/image10.png" Type="http://schemas.openxmlformats.org/officeDocument/2006/relationships/image"/><Relationship Id="rId14" Target="../media/image66.svg" Type="http://schemas.openxmlformats.org/officeDocument/2006/relationships/image"/><Relationship Id="rId15" Target="../media/image67.jpeg" Type="http://schemas.openxmlformats.org/officeDocument/2006/relationships/image"/><Relationship Id="rId16" Target="../media/image68.png" Type="http://schemas.openxmlformats.org/officeDocument/2006/relationships/image"/><Relationship Id="rId17" Target="../media/image69.png" Type="http://schemas.openxmlformats.org/officeDocument/2006/relationships/image"/><Relationship Id="rId18" Target="../media/image70.png" Type="http://schemas.openxmlformats.org/officeDocument/2006/relationships/image"/><Relationship Id="rId19" Target="../media/image71.png" Type="http://schemas.openxmlformats.org/officeDocument/2006/relationships/image"/><Relationship Id="rId2" Target="../media/image1.jpeg" Type="http://schemas.openxmlformats.org/officeDocument/2006/relationships/image"/><Relationship Id="rId20" Target="../media/image72.png" Type="http://schemas.openxmlformats.org/officeDocument/2006/relationships/image"/><Relationship Id="rId21" Target="../media/image73.sv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6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5.svg" Type="http://schemas.openxmlformats.org/officeDocument/2006/relationships/image"/><Relationship Id="rId11" Target="../media/image31.png" Type="http://schemas.openxmlformats.org/officeDocument/2006/relationships/image"/><Relationship Id="rId12" Target="../media/image32.svg" Type="http://schemas.openxmlformats.org/officeDocument/2006/relationships/image"/><Relationship Id="rId13" Target="../media/image10.png" Type="http://schemas.openxmlformats.org/officeDocument/2006/relationships/image"/><Relationship Id="rId14" Target="../media/image66.svg" Type="http://schemas.openxmlformats.org/officeDocument/2006/relationships/image"/><Relationship Id="rId15" Target="../media/image67.jpeg" Type="http://schemas.openxmlformats.org/officeDocument/2006/relationships/image"/><Relationship Id="rId16" Target="../media/image74.png" Type="http://schemas.openxmlformats.org/officeDocument/2006/relationships/image"/><Relationship Id="rId17" Target="../media/image75.png" Type="http://schemas.openxmlformats.org/officeDocument/2006/relationships/image"/><Relationship Id="rId18" Target="../media/image76.png" Type="http://schemas.openxmlformats.org/officeDocument/2006/relationships/image"/><Relationship Id="rId19" Target="../media/image77.png" Type="http://schemas.openxmlformats.org/officeDocument/2006/relationships/image"/><Relationship Id="rId2" Target="../media/image1.jpeg" Type="http://schemas.openxmlformats.org/officeDocument/2006/relationships/image"/><Relationship Id="rId20" Target="../media/image72.png" Type="http://schemas.openxmlformats.org/officeDocument/2006/relationships/image"/><Relationship Id="rId21" Target="../media/image73.sv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6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000500" y="-4000500"/>
            <a:ext cx="10287000" cy="18288000"/>
          </a:xfrm>
          <a:custGeom>
            <a:avLst/>
            <a:gdLst/>
            <a:ahLst/>
            <a:cxnLst/>
            <a:rect r="r" b="b" t="t" l="l"/>
            <a:pathLst>
              <a:path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t="0" r="-12888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334500" y="-443877"/>
            <a:ext cx="13168026" cy="11316273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3387" y="0"/>
              <a:ext cx="8060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6026">
                  <a:moveTo>
                    <a:pt x="800543" y="364495"/>
                  </a:moveTo>
                  <a:lnTo>
                    <a:pt x="615083" y="683255"/>
                  </a:lnTo>
                  <a:cubicBezTo>
                    <a:pt x="609591" y="692693"/>
                    <a:pt x="599495" y="698500"/>
                    <a:pt x="588575" y="698500"/>
                  </a:cubicBezTo>
                  <a:lnTo>
                    <a:pt x="217451" y="698500"/>
                  </a:lnTo>
                  <a:cubicBezTo>
                    <a:pt x="206531" y="698500"/>
                    <a:pt x="196435" y="692693"/>
                    <a:pt x="190943" y="683255"/>
                  </a:cubicBezTo>
                  <a:lnTo>
                    <a:pt x="5483" y="364495"/>
                  </a:lnTo>
                  <a:cubicBezTo>
                    <a:pt x="0" y="355071"/>
                    <a:pt x="0" y="343429"/>
                    <a:pt x="5483" y="334005"/>
                  </a:cubicBezTo>
                  <a:lnTo>
                    <a:pt x="190943" y="15245"/>
                  </a:lnTo>
                  <a:cubicBezTo>
                    <a:pt x="196435" y="5807"/>
                    <a:pt x="206531" y="0"/>
                    <a:pt x="217451" y="0"/>
                  </a:cubicBezTo>
                  <a:lnTo>
                    <a:pt x="588575" y="0"/>
                  </a:lnTo>
                  <a:cubicBezTo>
                    <a:pt x="599495" y="0"/>
                    <a:pt x="609591" y="5807"/>
                    <a:pt x="615083" y="15245"/>
                  </a:cubicBezTo>
                  <a:lnTo>
                    <a:pt x="800543" y="334005"/>
                  </a:lnTo>
                  <a:cubicBezTo>
                    <a:pt x="806026" y="343429"/>
                    <a:pt x="806026" y="355071"/>
                    <a:pt x="800543" y="364495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886950" y="-2642796"/>
            <a:ext cx="13708112" cy="11783448"/>
            <a:chOff x="0" y="0"/>
            <a:chExt cx="812800" cy="6986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3253" y="0"/>
              <a:ext cx="806295" cy="698680"/>
            </a:xfrm>
            <a:custGeom>
              <a:avLst/>
              <a:gdLst/>
              <a:ahLst/>
              <a:cxnLst/>
              <a:rect r="r" b="b" t="t" l="l"/>
              <a:pathLst>
                <a:path h="698680" w="806295">
                  <a:moveTo>
                    <a:pt x="801028" y="363986"/>
                  </a:moveTo>
                  <a:lnTo>
                    <a:pt x="614866" y="684035"/>
                  </a:lnTo>
                  <a:cubicBezTo>
                    <a:pt x="609592" y="693102"/>
                    <a:pt x="599894" y="698680"/>
                    <a:pt x="589404" y="698680"/>
                  </a:cubicBezTo>
                  <a:lnTo>
                    <a:pt x="216890" y="698680"/>
                  </a:lnTo>
                  <a:cubicBezTo>
                    <a:pt x="206400" y="698680"/>
                    <a:pt x="196702" y="693102"/>
                    <a:pt x="191428" y="684035"/>
                  </a:cubicBezTo>
                  <a:lnTo>
                    <a:pt x="5266" y="363986"/>
                  </a:lnTo>
                  <a:cubicBezTo>
                    <a:pt x="0" y="354932"/>
                    <a:pt x="0" y="343748"/>
                    <a:pt x="5266" y="334694"/>
                  </a:cubicBezTo>
                  <a:lnTo>
                    <a:pt x="191428" y="14646"/>
                  </a:lnTo>
                  <a:cubicBezTo>
                    <a:pt x="196702" y="5578"/>
                    <a:pt x="206400" y="0"/>
                    <a:pt x="216890" y="0"/>
                  </a:cubicBezTo>
                  <a:lnTo>
                    <a:pt x="589404" y="0"/>
                  </a:lnTo>
                  <a:cubicBezTo>
                    <a:pt x="599894" y="0"/>
                    <a:pt x="609592" y="5578"/>
                    <a:pt x="614866" y="14646"/>
                  </a:cubicBezTo>
                  <a:lnTo>
                    <a:pt x="801028" y="334694"/>
                  </a:lnTo>
                  <a:cubicBezTo>
                    <a:pt x="806294" y="343748"/>
                    <a:pt x="806294" y="354932"/>
                    <a:pt x="801028" y="363986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14300" y="-66675"/>
              <a:ext cx="584200" cy="765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-3349299" y="-2840784"/>
            <a:ext cx="5114374" cy="4395165"/>
            <a:chOff x="0" y="0"/>
            <a:chExt cx="812800" cy="6985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4360" y="0"/>
              <a:ext cx="804080" cy="698500"/>
            </a:xfrm>
            <a:custGeom>
              <a:avLst/>
              <a:gdLst/>
              <a:ahLst/>
              <a:cxnLst/>
              <a:rect r="r" b="b" t="t" l="l"/>
              <a:pathLst>
                <a:path h="698500" w="804080">
                  <a:moveTo>
                    <a:pt x="797021" y="368876"/>
                  </a:moveTo>
                  <a:lnTo>
                    <a:pt x="616659" y="678874"/>
                  </a:lnTo>
                  <a:cubicBezTo>
                    <a:pt x="609589" y="691025"/>
                    <a:pt x="596592" y="698500"/>
                    <a:pt x="582534" y="698500"/>
                  </a:cubicBezTo>
                  <a:lnTo>
                    <a:pt x="221546" y="698500"/>
                  </a:lnTo>
                  <a:cubicBezTo>
                    <a:pt x="207488" y="698500"/>
                    <a:pt x="194491" y="691025"/>
                    <a:pt x="187421" y="678874"/>
                  </a:cubicBezTo>
                  <a:lnTo>
                    <a:pt x="7059" y="368876"/>
                  </a:lnTo>
                  <a:cubicBezTo>
                    <a:pt x="0" y="356744"/>
                    <a:pt x="0" y="341756"/>
                    <a:pt x="7059" y="329624"/>
                  </a:cubicBezTo>
                  <a:lnTo>
                    <a:pt x="187421" y="19626"/>
                  </a:lnTo>
                  <a:cubicBezTo>
                    <a:pt x="194491" y="7475"/>
                    <a:pt x="207488" y="0"/>
                    <a:pt x="221546" y="0"/>
                  </a:cubicBezTo>
                  <a:lnTo>
                    <a:pt x="582534" y="0"/>
                  </a:lnTo>
                  <a:cubicBezTo>
                    <a:pt x="596592" y="0"/>
                    <a:pt x="609589" y="7475"/>
                    <a:pt x="616659" y="19626"/>
                  </a:cubicBezTo>
                  <a:lnTo>
                    <a:pt x="797021" y="329624"/>
                  </a:lnTo>
                  <a:cubicBezTo>
                    <a:pt x="804080" y="341756"/>
                    <a:pt x="804080" y="356744"/>
                    <a:pt x="797021" y="368876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174750" y="5812613"/>
            <a:ext cx="4667250" cy="1034903"/>
          </a:xfrm>
          <a:custGeom>
            <a:avLst/>
            <a:gdLst/>
            <a:ahLst/>
            <a:cxnLst/>
            <a:rect r="r" b="b" t="t" l="l"/>
            <a:pathLst>
              <a:path h="1034903" w="4667250">
                <a:moveTo>
                  <a:pt x="0" y="0"/>
                </a:moveTo>
                <a:lnTo>
                  <a:pt x="4667250" y="0"/>
                </a:lnTo>
                <a:lnTo>
                  <a:pt x="4667250" y="1034903"/>
                </a:lnTo>
                <a:lnTo>
                  <a:pt x="0" y="10349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57624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3" id="13"/>
          <p:cNvGrpSpPr/>
          <p:nvPr/>
        </p:nvGrpSpPr>
        <p:grpSpPr>
          <a:xfrm rot="0">
            <a:off x="1174750" y="5812613"/>
            <a:ext cx="4996602" cy="1073496"/>
            <a:chOff x="0" y="0"/>
            <a:chExt cx="1315978" cy="2827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15978" cy="282731"/>
            </a:xfrm>
            <a:custGeom>
              <a:avLst/>
              <a:gdLst/>
              <a:ahLst/>
              <a:cxnLst/>
              <a:rect r="r" b="b" t="t" l="l"/>
              <a:pathLst>
                <a:path h="282731" w="1315978">
                  <a:moveTo>
                    <a:pt x="23242" y="0"/>
                  </a:moveTo>
                  <a:lnTo>
                    <a:pt x="1292736" y="0"/>
                  </a:lnTo>
                  <a:cubicBezTo>
                    <a:pt x="1305572" y="0"/>
                    <a:pt x="1315978" y="10406"/>
                    <a:pt x="1315978" y="23242"/>
                  </a:cubicBezTo>
                  <a:lnTo>
                    <a:pt x="1315978" y="259490"/>
                  </a:lnTo>
                  <a:cubicBezTo>
                    <a:pt x="1315978" y="265654"/>
                    <a:pt x="1313529" y="271565"/>
                    <a:pt x="1309170" y="275924"/>
                  </a:cubicBezTo>
                  <a:cubicBezTo>
                    <a:pt x="1304812" y="280283"/>
                    <a:pt x="1298900" y="282731"/>
                    <a:pt x="1292736" y="282731"/>
                  </a:cubicBezTo>
                  <a:lnTo>
                    <a:pt x="23242" y="282731"/>
                  </a:lnTo>
                  <a:cubicBezTo>
                    <a:pt x="17078" y="282731"/>
                    <a:pt x="11166" y="280283"/>
                    <a:pt x="6807" y="275924"/>
                  </a:cubicBezTo>
                  <a:cubicBezTo>
                    <a:pt x="2449" y="271565"/>
                    <a:pt x="0" y="265654"/>
                    <a:pt x="0" y="259490"/>
                  </a:cubicBezTo>
                  <a:lnTo>
                    <a:pt x="0" y="23242"/>
                  </a:lnTo>
                  <a:cubicBezTo>
                    <a:pt x="0" y="17078"/>
                    <a:pt x="2449" y="11166"/>
                    <a:pt x="6807" y="6807"/>
                  </a:cubicBezTo>
                  <a:cubicBezTo>
                    <a:pt x="11166" y="2449"/>
                    <a:pt x="17078" y="0"/>
                    <a:pt x="23242" y="0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315978" cy="3494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  <a:r>
                <a:rPr lang="en-US" sz="2500">
                  <a:solidFill>
                    <a:srgbClr val="FFFFFF"/>
                  </a:solidFill>
                  <a:latin typeface="TT Norms"/>
                  <a:ea typeface="TT Norms"/>
                  <a:cs typeface="TT Norms"/>
                  <a:sym typeface="TT Norms"/>
                </a:rPr>
                <a:t>Proyecto APT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781393" y="7918934"/>
            <a:ext cx="4883744" cy="4273276"/>
            <a:chOff x="0" y="0"/>
            <a:chExt cx="812800" cy="711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24952" y="36798"/>
              <a:ext cx="762896" cy="674402"/>
            </a:xfrm>
            <a:custGeom>
              <a:avLst/>
              <a:gdLst/>
              <a:ahLst/>
              <a:cxnLst/>
              <a:rect r="r" b="b" t="t" l="l"/>
              <a:pathLst>
                <a:path h="674402" w="762896">
                  <a:moveTo>
                    <a:pt x="412908" y="18257"/>
                  </a:moveTo>
                  <a:lnTo>
                    <a:pt x="756388" y="619347"/>
                  </a:lnTo>
                  <a:cubicBezTo>
                    <a:pt x="762896" y="630736"/>
                    <a:pt x="762849" y="644728"/>
                    <a:pt x="756265" y="656074"/>
                  </a:cubicBezTo>
                  <a:cubicBezTo>
                    <a:pt x="749681" y="667419"/>
                    <a:pt x="737556" y="674402"/>
                    <a:pt x="724438" y="674402"/>
                  </a:cubicBezTo>
                  <a:lnTo>
                    <a:pt x="38458" y="674402"/>
                  </a:lnTo>
                  <a:cubicBezTo>
                    <a:pt x="25340" y="674402"/>
                    <a:pt x="13215" y="667419"/>
                    <a:pt x="6631" y="656074"/>
                  </a:cubicBezTo>
                  <a:cubicBezTo>
                    <a:pt x="47" y="644728"/>
                    <a:pt x="0" y="630736"/>
                    <a:pt x="6508" y="619347"/>
                  </a:cubicBezTo>
                  <a:lnTo>
                    <a:pt x="349988" y="18257"/>
                  </a:lnTo>
                  <a:cubicBezTo>
                    <a:pt x="356439" y="6967"/>
                    <a:pt x="368445" y="0"/>
                    <a:pt x="381448" y="0"/>
                  </a:cubicBezTo>
                  <a:cubicBezTo>
                    <a:pt x="394451" y="0"/>
                    <a:pt x="406457" y="6967"/>
                    <a:pt x="412908" y="18257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5185256" y="9686925"/>
            <a:ext cx="3111500" cy="1221264"/>
          </a:xfrm>
          <a:custGeom>
            <a:avLst/>
            <a:gdLst/>
            <a:ahLst/>
            <a:cxnLst/>
            <a:rect r="r" b="b" t="t" l="l"/>
            <a:pathLst>
              <a:path h="1221264" w="3111500">
                <a:moveTo>
                  <a:pt x="0" y="0"/>
                </a:moveTo>
                <a:lnTo>
                  <a:pt x="3111500" y="0"/>
                </a:lnTo>
                <a:lnTo>
                  <a:pt x="3111500" y="1221263"/>
                </a:lnTo>
                <a:lnTo>
                  <a:pt x="0" y="122126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-10800000">
            <a:off x="9733712" y="-1378656"/>
            <a:ext cx="3352042" cy="2933037"/>
            <a:chOff x="0" y="0"/>
            <a:chExt cx="812800" cy="711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27265" y="40210"/>
              <a:ext cx="758270" cy="670990"/>
            </a:xfrm>
            <a:custGeom>
              <a:avLst/>
              <a:gdLst/>
              <a:ahLst/>
              <a:cxnLst/>
              <a:rect r="r" b="b" t="t" l="l"/>
              <a:pathLst>
                <a:path h="670990" w="758270">
                  <a:moveTo>
                    <a:pt x="413512" y="19949"/>
                  </a:moveTo>
                  <a:lnTo>
                    <a:pt x="751158" y="610831"/>
                  </a:lnTo>
                  <a:cubicBezTo>
                    <a:pt x="758270" y="623276"/>
                    <a:pt x="758219" y="638565"/>
                    <a:pt x="751024" y="650963"/>
                  </a:cubicBezTo>
                  <a:cubicBezTo>
                    <a:pt x="743830" y="663360"/>
                    <a:pt x="730580" y="670990"/>
                    <a:pt x="716247" y="670990"/>
                  </a:cubicBezTo>
                  <a:lnTo>
                    <a:pt x="42023" y="670990"/>
                  </a:lnTo>
                  <a:cubicBezTo>
                    <a:pt x="27690" y="670990"/>
                    <a:pt x="14440" y="663360"/>
                    <a:pt x="7246" y="650963"/>
                  </a:cubicBezTo>
                  <a:cubicBezTo>
                    <a:pt x="51" y="638565"/>
                    <a:pt x="0" y="623276"/>
                    <a:pt x="7112" y="610831"/>
                  </a:cubicBezTo>
                  <a:lnTo>
                    <a:pt x="344758" y="19949"/>
                  </a:lnTo>
                  <a:cubicBezTo>
                    <a:pt x="351808" y="7613"/>
                    <a:pt x="364927" y="0"/>
                    <a:pt x="379135" y="0"/>
                  </a:cubicBezTo>
                  <a:cubicBezTo>
                    <a:pt x="393343" y="0"/>
                    <a:pt x="406462" y="7613"/>
                    <a:pt x="413512" y="19949"/>
                  </a:cubicBezTo>
                  <a:close/>
                </a:path>
              </a:pathLst>
            </a:custGeom>
            <a:solidFill>
              <a:srgbClr val="23403D">
                <a:alpha val="89804"/>
              </a:srgbClr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368234" y="385226"/>
            <a:ext cx="899017" cy="732699"/>
          </a:xfrm>
          <a:custGeom>
            <a:avLst/>
            <a:gdLst/>
            <a:ahLst/>
            <a:cxnLst/>
            <a:rect r="r" b="b" t="t" l="l"/>
            <a:pathLst>
              <a:path h="732699" w="899017">
                <a:moveTo>
                  <a:pt x="0" y="0"/>
                </a:moveTo>
                <a:lnTo>
                  <a:pt x="899017" y="0"/>
                </a:lnTo>
                <a:lnTo>
                  <a:pt x="899017" y="732699"/>
                </a:lnTo>
                <a:lnTo>
                  <a:pt x="0" y="7326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5615187" y="-2501277"/>
            <a:ext cx="4656068" cy="4114800"/>
          </a:xfrm>
          <a:custGeom>
            <a:avLst/>
            <a:gdLst/>
            <a:ahLst/>
            <a:cxnLst/>
            <a:rect r="r" b="b" t="t" l="l"/>
            <a:pathLst>
              <a:path h="4114800" w="4656068">
                <a:moveTo>
                  <a:pt x="0" y="0"/>
                </a:moveTo>
                <a:lnTo>
                  <a:pt x="4656068" y="0"/>
                </a:lnTo>
                <a:lnTo>
                  <a:pt x="465606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5185256" y="-339102"/>
            <a:ext cx="3111500" cy="1221264"/>
          </a:xfrm>
          <a:custGeom>
            <a:avLst/>
            <a:gdLst/>
            <a:ahLst/>
            <a:cxnLst/>
            <a:rect r="r" b="b" t="t" l="l"/>
            <a:pathLst>
              <a:path h="1221264" w="3111500">
                <a:moveTo>
                  <a:pt x="0" y="0"/>
                </a:moveTo>
                <a:lnTo>
                  <a:pt x="3111500" y="0"/>
                </a:lnTo>
                <a:lnTo>
                  <a:pt x="3111500" y="1221264"/>
                </a:lnTo>
                <a:lnTo>
                  <a:pt x="0" y="12212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9779036" y="882162"/>
            <a:ext cx="7486261" cy="6878003"/>
          </a:xfrm>
          <a:custGeom>
            <a:avLst/>
            <a:gdLst/>
            <a:ahLst/>
            <a:cxnLst/>
            <a:rect r="r" b="b" t="t" l="l"/>
            <a:pathLst>
              <a:path h="6878003" w="7486261">
                <a:moveTo>
                  <a:pt x="0" y="0"/>
                </a:moveTo>
                <a:lnTo>
                  <a:pt x="7486261" y="0"/>
                </a:lnTo>
                <a:lnTo>
                  <a:pt x="7486261" y="6878002"/>
                </a:lnTo>
                <a:lnTo>
                  <a:pt x="0" y="6878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7" id="27"/>
          <p:cNvGrpSpPr/>
          <p:nvPr/>
        </p:nvGrpSpPr>
        <p:grpSpPr>
          <a:xfrm rot="0">
            <a:off x="10046427" y="1287867"/>
            <a:ext cx="9137786" cy="7852785"/>
            <a:chOff x="0" y="0"/>
            <a:chExt cx="812800" cy="6985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6508" y="0"/>
              <a:ext cx="799785" cy="698500"/>
            </a:xfrm>
            <a:custGeom>
              <a:avLst/>
              <a:gdLst/>
              <a:ahLst/>
              <a:cxnLst/>
              <a:rect r="r" b="b" t="t" l="l"/>
              <a:pathLst>
                <a:path h="698500" w="799785">
                  <a:moveTo>
                    <a:pt x="789249" y="378542"/>
                  </a:moveTo>
                  <a:lnTo>
                    <a:pt x="620135" y="669208"/>
                  </a:lnTo>
                  <a:cubicBezTo>
                    <a:pt x="609583" y="687343"/>
                    <a:pt x="590184" y="698500"/>
                    <a:pt x="569202" y="698500"/>
                  </a:cubicBezTo>
                  <a:lnTo>
                    <a:pt x="230582" y="698500"/>
                  </a:lnTo>
                  <a:cubicBezTo>
                    <a:pt x="209600" y="698500"/>
                    <a:pt x="190201" y="687343"/>
                    <a:pt x="179649" y="669208"/>
                  </a:cubicBezTo>
                  <a:lnTo>
                    <a:pt x="10535" y="378542"/>
                  </a:lnTo>
                  <a:cubicBezTo>
                    <a:pt x="0" y="360435"/>
                    <a:pt x="0" y="338065"/>
                    <a:pt x="10535" y="319958"/>
                  </a:cubicBezTo>
                  <a:lnTo>
                    <a:pt x="179649" y="29293"/>
                  </a:lnTo>
                  <a:cubicBezTo>
                    <a:pt x="190201" y="11157"/>
                    <a:pt x="209600" y="0"/>
                    <a:pt x="230582" y="0"/>
                  </a:cubicBezTo>
                  <a:lnTo>
                    <a:pt x="569202" y="0"/>
                  </a:lnTo>
                  <a:cubicBezTo>
                    <a:pt x="590184" y="0"/>
                    <a:pt x="609583" y="11157"/>
                    <a:pt x="620135" y="29293"/>
                  </a:cubicBezTo>
                  <a:lnTo>
                    <a:pt x="789249" y="319958"/>
                  </a:lnTo>
                  <a:cubicBezTo>
                    <a:pt x="799784" y="338065"/>
                    <a:pt x="799784" y="360435"/>
                    <a:pt x="789249" y="378542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114300" y="-66675"/>
              <a:ext cx="584200" cy="765175"/>
            </a:xfrm>
            <a:prstGeom prst="rect">
              <a:avLst/>
            </a:prstGeom>
          </p:spPr>
          <p:txBody>
            <a:bodyPr anchor="ctr" rtlCol="false" tIns="61771" lIns="61771" bIns="61771" rIns="61771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667167" y="1630928"/>
            <a:ext cx="10502693" cy="7307231"/>
            <a:chOff x="0" y="0"/>
            <a:chExt cx="1003955" cy="698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4246" y="0"/>
              <a:ext cx="995462" cy="698500"/>
            </a:xfrm>
            <a:custGeom>
              <a:avLst/>
              <a:gdLst/>
              <a:ahLst/>
              <a:cxnLst/>
              <a:rect r="r" b="b" t="t" l="l"/>
              <a:pathLst>
                <a:path h="698500" w="995462">
                  <a:moveTo>
                    <a:pt x="988588" y="368364"/>
                  </a:moveTo>
                  <a:lnTo>
                    <a:pt x="807630" y="679386"/>
                  </a:lnTo>
                  <a:cubicBezTo>
                    <a:pt x="800745" y="691220"/>
                    <a:pt x="788086" y="698500"/>
                    <a:pt x="774395" y="698500"/>
                  </a:cubicBezTo>
                  <a:lnTo>
                    <a:pt x="221068" y="698500"/>
                  </a:lnTo>
                  <a:cubicBezTo>
                    <a:pt x="207377" y="698500"/>
                    <a:pt x="194718" y="691220"/>
                    <a:pt x="187833" y="679386"/>
                  </a:cubicBezTo>
                  <a:lnTo>
                    <a:pt x="6875" y="368364"/>
                  </a:lnTo>
                  <a:cubicBezTo>
                    <a:pt x="0" y="356549"/>
                    <a:pt x="0" y="341951"/>
                    <a:pt x="6875" y="330136"/>
                  </a:cubicBezTo>
                  <a:lnTo>
                    <a:pt x="187833" y="19114"/>
                  </a:lnTo>
                  <a:cubicBezTo>
                    <a:pt x="194718" y="7280"/>
                    <a:pt x="207377" y="0"/>
                    <a:pt x="221068" y="0"/>
                  </a:cubicBezTo>
                  <a:lnTo>
                    <a:pt x="774395" y="0"/>
                  </a:lnTo>
                  <a:cubicBezTo>
                    <a:pt x="788086" y="0"/>
                    <a:pt x="800745" y="7280"/>
                    <a:pt x="807630" y="19114"/>
                  </a:cubicBezTo>
                  <a:lnTo>
                    <a:pt x="988588" y="330136"/>
                  </a:lnTo>
                  <a:cubicBezTo>
                    <a:pt x="995463" y="341951"/>
                    <a:pt x="995463" y="356549"/>
                    <a:pt x="988588" y="368364"/>
                  </a:cubicBezTo>
                  <a:close/>
                </a:path>
              </a:pathLst>
            </a:custGeom>
            <a:blipFill>
              <a:blip r:embed="rId13"/>
              <a:stretch>
                <a:fillRect l="-19014" t="0" r="-6440" b="0"/>
              </a:stretch>
            </a:blipFill>
            <a:ln w="209550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002643" y="1794498"/>
            <a:ext cx="7778750" cy="3873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00"/>
              </a:lnSpc>
            </a:pPr>
            <a:r>
              <a:rPr lang="en-US" sz="100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AVANCE GESTIÓN QUILHUICA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67251" y="7073900"/>
            <a:ext cx="4904101" cy="2613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Fecha: </a:t>
            </a:r>
            <a:r>
              <a:rPr lang="en-US" sz="2500">
                <a:solidFill>
                  <a:srgbClr val="23403D"/>
                </a:solidFill>
                <a:latin typeface="TT Norms"/>
                <a:ea typeface="TT Norms"/>
                <a:cs typeface="TT Norms"/>
                <a:sym typeface="TT Norms"/>
              </a:rPr>
              <a:t>Octubre 13, 2025</a:t>
            </a:r>
          </a:p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Integrantes:  </a:t>
            </a:r>
          </a:p>
          <a:p>
            <a:pPr algn="l" marL="539754" indent="-269877" lvl="1">
              <a:lnSpc>
                <a:spcPts val="3500"/>
              </a:lnSpc>
              <a:buFont typeface="Arial"/>
              <a:buChar char="•"/>
            </a:pPr>
            <a:r>
              <a:rPr lang="en-US" b="true" sz="2500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Eduardo Velásquez</a:t>
            </a:r>
          </a:p>
          <a:p>
            <a:pPr algn="l" marL="539754" indent="-269877" lvl="1">
              <a:lnSpc>
                <a:spcPts val="3500"/>
              </a:lnSpc>
              <a:buFont typeface="Arial"/>
              <a:buChar char="•"/>
            </a:pPr>
            <a:r>
              <a:rPr lang="en-US" b="true" sz="2500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Marco Oviedo</a:t>
            </a:r>
          </a:p>
          <a:p>
            <a:pPr algn="l" marL="539754" indent="-269877" lvl="1">
              <a:lnSpc>
                <a:spcPts val="3500"/>
              </a:lnSpc>
              <a:buFont typeface="Arial"/>
              <a:buChar char="•"/>
            </a:pPr>
            <a:r>
              <a:rPr lang="en-US" b="true" sz="2500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Felipe Alvarado</a:t>
            </a:r>
          </a:p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Profesor: Carlos Correa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01522" y="-1114950"/>
            <a:ext cx="7335291" cy="2801892"/>
            <a:chOff x="0" y="0"/>
            <a:chExt cx="930920" cy="3555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460" y="0"/>
              <a:ext cx="906000" cy="355587"/>
            </a:xfrm>
            <a:custGeom>
              <a:avLst/>
              <a:gdLst/>
              <a:ahLst/>
              <a:cxnLst/>
              <a:rect r="r" b="b" t="t" l="l"/>
              <a:pathLst>
                <a:path h="355587" w="906000">
                  <a:moveTo>
                    <a:pt x="683597" y="0"/>
                  </a:moveTo>
                  <a:lnTo>
                    <a:pt x="19203" y="0"/>
                  </a:lnTo>
                  <a:cubicBezTo>
                    <a:pt x="12653" y="0"/>
                    <a:pt x="6598" y="3487"/>
                    <a:pt x="3311" y="9152"/>
                  </a:cubicBezTo>
                  <a:cubicBezTo>
                    <a:pt x="23" y="14817"/>
                    <a:pt x="0" y="21804"/>
                    <a:pt x="3250" y="27491"/>
                  </a:cubicBezTo>
                  <a:lnTo>
                    <a:pt x="175030" y="328096"/>
                  </a:lnTo>
                  <a:cubicBezTo>
                    <a:pt x="184745" y="345096"/>
                    <a:pt x="202823" y="355587"/>
                    <a:pt x="222403" y="355587"/>
                  </a:cubicBezTo>
                  <a:lnTo>
                    <a:pt x="886797" y="355587"/>
                  </a:lnTo>
                  <a:cubicBezTo>
                    <a:pt x="893347" y="355587"/>
                    <a:pt x="899402" y="352101"/>
                    <a:pt x="902689" y="346435"/>
                  </a:cubicBezTo>
                  <a:cubicBezTo>
                    <a:pt x="905977" y="340770"/>
                    <a:pt x="906000" y="333783"/>
                    <a:pt x="902750" y="328096"/>
                  </a:cubicBezTo>
                  <a:lnTo>
                    <a:pt x="730970" y="27491"/>
                  </a:lnTo>
                  <a:cubicBezTo>
                    <a:pt x="721255" y="10491"/>
                    <a:pt x="703177" y="0"/>
                    <a:pt x="683597" y="0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01600" y="-66675"/>
              <a:ext cx="727720" cy="4222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2203448">
            <a:off x="16087195" y="-567063"/>
            <a:ext cx="2401361" cy="2458731"/>
          </a:xfrm>
          <a:custGeom>
            <a:avLst/>
            <a:gdLst/>
            <a:ahLst/>
            <a:cxnLst/>
            <a:rect r="r" b="b" t="t" l="l"/>
            <a:pathLst>
              <a:path h="2458731" w="2401361">
                <a:moveTo>
                  <a:pt x="0" y="0"/>
                </a:moveTo>
                <a:lnTo>
                  <a:pt x="2401360" y="0"/>
                </a:lnTo>
                <a:lnTo>
                  <a:pt x="2401360" y="2458731"/>
                </a:lnTo>
                <a:lnTo>
                  <a:pt x="0" y="2458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822215" y="-1659968"/>
            <a:ext cx="17254146" cy="3346910"/>
            <a:chOff x="0" y="0"/>
            <a:chExt cx="1825168" cy="3540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6202" y="0"/>
              <a:ext cx="1812764" cy="354041"/>
            </a:xfrm>
            <a:custGeom>
              <a:avLst/>
              <a:gdLst/>
              <a:ahLst/>
              <a:cxnLst/>
              <a:rect r="r" b="b" t="t" l="l"/>
              <a:pathLst>
                <a:path h="354041" w="1812764">
                  <a:moveTo>
                    <a:pt x="212702" y="0"/>
                  </a:moveTo>
                  <a:lnTo>
                    <a:pt x="1803262" y="0"/>
                  </a:lnTo>
                  <a:cubicBezTo>
                    <a:pt x="1806507" y="0"/>
                    <a:pt x="1809505" y="1729"/>
                    <a:pt x="1811131" y="4537"/>
                  </a:cubicBezTo>
                  <a:cubicBezTo>
                    <a:pt x="1812757" y="7345"/>
                    <a:pt x="1812764" y="10806"/>
                    <a:pt x="1811149" y="13621"/>
                  </a:cubicBezTo>
                  <a:lnTo>
                    <a:pt x="1623584" y="340420"/>
                  </a:lnTo>
                  <a:cubicBezTo>
                    <a:pt x="1618748" y="348846"/>
                    <a:pt x="1609776" y="354041"/>
                    <a:pt x="1600062" y="354041"/>
                  </a:cubicBezTo>
                  <a:lnTo>
                    <a:pt x="9502" y="354041"/>
                  </a:lnTo>
                  <a:cubicBezTo>
                    <a:pt x="6258" y="354041"/>
                    <a:pt x="3259" y="352312"/>
                    <a:pt x="1633" y="349504"/>
                  </a:cubicBezTo>
                  <a:cubicBezTo>
                    <a:pt x="7" y="346696"/>
                    <a:pt x="0" y="343235"/>
                    <a:pt x="1615" y="340420"/>
                  </a:cubicBezTo>
                  <a:lnTo>
                    <a:pt x="189181" y="13621"/>
                  </a:lnTo>
                  <a:cubicBezTo>
                    <a:pt x="194016" y="5195"/>
                    <a:pt x="202988" y="0"/>
                    <a:pt x="212702" y="0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66675"/>
              <a:ext cx="1621968" cy="4207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true" flipV="false" rot="-4021186">
            <a:off x="-2164000" y="-580014"/>
            <a:ext cx="6677500" cy="2612572"/>
          </a:xfrm>
          <a:custGeom>
            <a:avLst/>
            <a:gdLst/>
            <a:ahLst/>
            <a:cxnLst/>
            <a:rect r="r" b="b" t="t" l="l"/>
            <a:pathLst>
              <a:path h="2612572" w="6677500">
                <a:moveTo>
                  <a:pt x="6677500" y="0"/>
                </a:moveTo>
                <a:lnTo>
                  <a:pt x="0" y="0"/>
                </a:lnTo>
                <a:lnTo>
                  <a:pt x="0" y="2612572"/>
                </a:lnTo>
                <a:lnTo>
                  <a:pt x="6677500" y="2612572"/>
                </a:lnTo>
                <a:lnTo>
                  <a:pt x="6677500" y="0"/>
                </a:lnTo>
                <a:close/>
              </a:path>
            </a:pathLst>
          </a:custGeom>
          <a:blipFill>
            <a:blip r:embed="rId4">
              <a:alphaModFix amt="5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6576994" y="8847436"/>
            <a:ext cx="3838468" cy="3838468"/>
            <a:chOff x="0" y="0"/>
            <a:chExt cx="5117957" cy="511795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117957" cy="5117957"/>
            </a:xfrm>
            <a:custGeom>
              <a:avLst/>
              <a:gdLst/>
              <a:ahLst/>
              <a:cxnLst/>
              <a:rect r="r" b="b" t="t" l="l"/>
              <a:pathLst>
                <a:path h="5117957" w="5117957">
                  <a:moveTo>
                    <a:pt x="0" y="0"/>
                  </a:moveTo>
                  <a:lnTo>
                    <a:pt x="5117957" y="0"/>
                  </a:lnTo>
                  <a:lnTo>
                    <a:pt x="5117957" y="5117957"/>
                  </a:lnTo>
                  <a:lnTo>
                    <a:pt x="0" y="511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842202" y="663438"/>
              <a:ext cx="1002704" cy="864832"/>
            </a:xfrm>
            <a:custGeom>
              <a:avLst/>
              <a:gdLst/>
              <a:ahLst/>
              <a:cxnLst/>
              <a:rect r="r" b="b" t="t" l="l"/>
              <a:pathLst>
                <a:path h="864832" w="1002704">
                  <a:moveTo>
                    <a:pt x="0" y="0"/>
                  </a:moveTo>
                  <a:lnTo>
                    <a:pt x="1002704" y="0"/>
                  </a:lnTo>
                  <a:lnTo>
                    <a:pt x="1002704" y="864832"/>
                  </a:lnTo>
                  <a:lnTo>
                    <a:pt x="0" y="8648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582968" y="3254585"/>
              <a:ext cx="928244" cy="800610"/>
            </a:xfrm>
            <a:custGeom>
              <a:avLst/>
              <a:gdLst/>
              <a:ahLst/>
              <a:cxnLst/>
              <a:rect r="r" b="b" t="t" l="l"/>
              <a:pathLst>
                <a:path h="800610" w="928244">
                  <a:moveTo>
                    <a:pt x="0" y="0"/>
                  </a:moveTo>
                  <a:lnTo>
                    <a:pt x="928244" y="0"/>
                  </a:lnTo>
                  <a:lnTo>
                    <a:pt x="928244" y="800611"/>
                  </a:lnTo>
                  <a:lnTo>
                    <a:pt x="0" y="800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3521149" y="861783"/>
              <a:ext cx="892316" cy="881368"/>
            </a:xfrm>
            <a:custGeom>
              <a:avLst/>
              <a:gdLst/>
              <a:ahLst/>
              <a:cxnLst/>
              <a:rect r="r" b="b" t="t" l="l"/>
              <a:pathLst>
                <a:path h="881368" w="892316">
                  <a:moveTo>
                    <a:pt x="0" y="0"/>
                  </a:moveTo>
                  <a:lnTo>
                    <a:pt x="892316" y="0"/>
                  </a:lnTo>
                  <a:lnTo>
                    <a:pt x="892316" y="881368"/>
                  </a:lnTo>
                  <a:lnTo>
                    <a:pt x="0" y="881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-1712" t="-1797" r="-1641" b="-2839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353589" y="3470167"/>
              <a:ext cx="965883" cy="903101"/>
            </a:xfrm>
            <a:custGeom>
              <a:avLst/>
              <a:gdLst/>
              <a:ahLst/>
              <a:cxnLst/>
              <a:rect r="r" b="b" t="t" l="l"/>
              <a:pathLst>
                <a:path h="903101" w="965883">
                  <a:moveTo>
                    <a:pt x="0" y="0"/>
                  </a:moveTo>
                  <a:lnTo>
                    <a:pt x="965883" y="0"/>
                  </a:lnTo>
                  <a:lnTo>
                    <a:pt x="965883" y="903100"/>
                  </a:lnTo>
                  <a:lnTo>
                    <a:pt x="0" y="903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-387376" y="9972675"/>
            <a:ext cx="17646676" cy="1656163"/>
          </a:xfrm>
          <a:custGeom>
            <a:avLst/>
            <a:gdLst/>
            <a:ahLst/>
            <a:cxnLst/>
            <a:rect r="r" b="b" t="t" l="l"/>
            <a:pathLst>
              <a:path h="1656163" w="17646676">
                <a:moveTo>
                  <a:pt x="0" y="0"/>
                </a:moveTo>
                <a:lnTo>
                  <a:pt x="17646676" y="0"/>
                </a:lnTo>
                <a:lnTo>
                  <a:pt x="17646676" y="1656163"/>
                </a:lnTo>
                <a:lnTo>
                  <a:pt x="0" y="16561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290245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565251" y="-3510381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-1383500" y="8847436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921644" y="27865"/>
            <a:ext cx="366356" cy="429628"/>
          </a:xfrm>
          <a:custGeom>
            <a:avLst/>
            <a:gdLst/>
            <a:ahLst/>
            <a:cxnLst/>
            <a:rect r="r" b="b" t="t" l="l"/>
            <a:pathLst>
              <a:path h="429628" w="366356">
                <a:moveTo>
                  <a:pt x="0" y="0"/>
                </a:moveTo>
                <a:lnTo>
                  <a:pt x="366356" y="0"/>
                </a:lnTo>
                <a:lnTo>
                  <a:pt x="366356" y="429629"/>
                </a:lnTo>
                <a:lnTo>
                  <a:pt x="0" y="429629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901262" y="271255"/>
            <a:ext cx="13165192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4"/>
              </a:lnSpc>
            </a:pPr>
            <a:r>
              <a:rPr lang="en-US" sz="6499" b="true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AJUSTES REALIZADOS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949539" y="2108456"/>
            <a:ext cx="6027241" cy="447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Ajustes en los Plazos de Entrega – PB-08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73826" y="3169187"/>
            <a:ext cx="6595157" cy="3305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 Motivo del ajuste: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El PB-08 fue definido con un puntaje bajo, lo que redujo la cantidad inicial de días asignados.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 presentaron problemas de integración y errores desconocidos del framework, lo que retrasó la resolución técnica.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87046" y="3169187"/>
            <a:ext cx="5493318" cy="3781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Medidas adoptadas: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Asignar más dias de entrega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 reajustaron los plazos y puntajes de las tareas en base al Poker Planning.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Las actividades con mayor complejidad o impacto reciben ahora más días asignados</a:t>
            </a: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483462" y="4597937"/>
            <a:ext cx="5493318" cy="447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→ 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67618" y="7465972"/>
            <a:ext cx="8435962" cy="2352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Plan de contingencia: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No se han eliminado tareas del desarrollo.</a:t>
            </a:r>
          </a:p>
          <a:p>
            <a:pPr algn="l" marL="539754" indent="-269877" lvl="1">
              <a:lnSpc>
                <a:spcPts val="3750"/>
              </a:lnSpc>
              <a:spcBef>
                <a:spcPct val="0"/>
              </a:spcBef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Si alguna actividad es descartada, se ajustará el Sprint Planning inmediatamente para mantener coherencia en la planificación.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000500" y="-4000500"/>
            <a:ext cx="10287000" cy="18288000"/>
          </a:xfrm>
          <a:custGeom>
            <a:avLst/>
            <a:gdLst/>
            <a:ahLst/>
            <a:cxnLst/>
            <a:rect r="r" b="b" t="t" l="l"/>
            <a:pathLst>
              <a:path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t="0" r="-12888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380622" y="1642546"/>
            <a:ext cx="8003330" cy="3261990"/>
            <a:chOff x="0" y="0"/>
            <a:chExt cx="1151087" cy="4691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6288" y="0"/>
              <a:ext cx="1138511" cy="469159"/>
            </a:xfrm>
            <a:custGeom>
              <a:avLst/>
              <a:gdLst/>
              <a:ahLst/>
              <a:cxnLst/>
              <a:rect r="r" b="b" t="t" l="l"/>
              <a:pathLst>
                <a:path h="469159" w="1138511">
                  <a:moveTo>
                    <a:pt x="217226" y="0"/>
                  </a:moveTo>
                  <a:lnTo>
                    <a:pt x="1124484" y="0"/>
                  </a:lnTo>
                  <a:cubicBezTo>
                    <a:pt x="1128977" y="0"/>
                    <a:pt x="1133169" y="2262"/>
                    <a:pt x="1135635" y="6017"/>
                  </a:cubicBezTo>
                  <a:cubicBezTo>
                    <a:pt x="1138101" y="9773"/>
                    <a:pt x="1138511" y="14518"/>
                    <a:pt x="1136725" y="18641"/>
                  </a:cubicBezTo>
                  <a:lnTo>
                    <a:pt x="949672" y="450518"/>
                  </a:lnTo>
                  <a:cubicBezTo>
                    <a:pt x="944771" y="461834"/>
                    <a:pt x="933617" y="469159"/>
                    <a:pt x="921284" y="469159"/>
                  </a:cubicBezTo>
                  <a:lnTo>
                    <a:pt x="14026" y="469159"/>
                  </a:lnTo>
                  <a:cubicBezTo>
                    <a:pt x="9533" y="469159"/>
                    <a:pt x="5342" y="466897"/>
                    <a:pt x="2876" y="463141"/>
                  </a:cubicBezTo>
                  <a:cubicBezTo>
                    <a:pt x="410" y="459386"/>
                    <a:pt x="0" y="454641"/>
                    <a:pt x="1786" y="450518"/>
                  </a:cubicBezTo>
                  <a:lnTo>
                    <a:pt x="188838" y="18641"/>
                  </a:lnTo>
                  <a:cubicBezTo>
                    <a:pt x="193740" y="7324"/>
                    <a:pt x="204894" y="0"/>
                    <a:pt x="217226" y="0"/>
                  </a:cubicBezTo>
                  <a:close/>
                </a:path>
              </a:pathLst>
            </a:custGeom>
            <a:blipFill>
              <a:blip r:embed="rId3"/>
              <a:stretch>
                <a:fillRect l="271" t="-30454" r="271" b="-30454"/>
              </a:stretch>
            </a:blipFill>
            <a:ln cap="rnd">
              <a:noFill/>
              <a:prstDash val="solid"/>
              <a:round/>
            </a:ln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12501522" y="1650261"/>
            <a:ext cx="1604461" cy="1787229"/>
            <a:chOff x="0" y="0"/>
            <a:chExt cx="812800" cy="9053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2386" y="65586"/>
              <a:ext cx="748028" cy="839802"/>
            </a:xfrm>
            <a:custGeom>
              <a:avLst/>
              <a:gdLst/>
              <a:ahLst/>
              <a:cxnLst/>
              <a:rect r="r" b="b" t="t" l="l"/>
              <a:pathLst>
                <a:path h="839802" w="748028">
                  <a:moveTo>
                    <a:pt x="415509" y="26858"/>
                  </a:moveTo>
                  <a:lnTo>
                    <a:pt x="738919" y="747358"/>
                  </a:lnTo>
                  <a:cubicBezTo>
                    <a:pt x="748028" y="767652"/>
                    <a:pt x="746230" y="791179"/>
                    <a:pt x="734143" y="809853"/>
                  </a:cubicBezTo>
                  <a:cubicBezTo>
                    <a:pt x="722056" y="828527"/>
                    <a:pt x="701328" y="839802"/>
                    <a:pt x="679084" y="839802"/>
                  </a:cubicBezTo>
                  <a:lnTo>
                    <a:pt x="68944" y="839802"/>
                  </a:lnTo>
                  <a:cubicBezTo>
                    <a:pt x="46700" y="839802"/>
                    <a:pt x="25972" y="828527"/>
                    <a:pt x="13885" y="809853"/>
                  </a:cubicBezTo>
                  <a:cubicBezTo>
                    <a:pt x="1798" y="791179"/>
                    <a:pt x="0" y="767652"/>
                    <a:pt x="9109" y="747358"/>
                  </a:cubicBezTo>
                  <a:lnTo>
                    <a:pt x="332519" y="26858"/>
                  </a:lnTo>
                  <a:cubicBezTo>
                    <a:pt x="339855" y="10515"/>
                    <a:pt x="356100" y="0"/>
                    <a:pt x="374014" y="0"/>
                  </a:cubicBezTo>
                  <a:cubicBezTo>
                    <a:pt x="391928" y="0"/>
                    <a:pt x="408173" y="10515"/>
                    <a:pt x="415509" y="26858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27000" y="363209"/>
              <a:ext cx="558800" cy="477509"/>
            </a:xfrm>
            <a:prstGeom prst="rect">
              <a:avLst/>
            </a:prstGeom>
          </p:spPr>
          <p:txBody>
            <a:bodyPr anchor="ctr" rtlCol="false" tIns="36223" lIns="36223" bIns="36223" rIns="36223"/>
            <a:lstStyle/>
            <a:p>
              <a:pPr algn="ctr">
                <a:lnSpc>
                  <a:spcPts val="2673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5785755" y="3778194"/>
            <a:ext cx="218740" cy="950843"/>
          </a:xfrm>
          <a:custGeom>
            <a:avLst/>
            <a:gdLst/>
            <a:ahLst/>
            <a:cxnLst/>
            <a:rect r="r" b="b" t="t" l="l"/>
            <a:pathLst>
              <a:path h="950843" w="218740">
                <a:moveTo>
                  <a:pt x="0" y="0"/>
                </a:moveTo>
                <a:lnTo>
                  <a:pt x="218740" y="0"/>
                </a:lnTo>
                <a:lnTo>
                  <a:pt x="218740" y="950843"/>
                </a:lnTo>
                <a:lnTo>
                  <a:pt x="0" y="9508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401084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-10800000">
            <a:off x="14308111" y="5071164"/>
            <a:ext cx="3786567" cy="3662465"/>
            <a:chOff x="0" y="0"/>
            <a:chExt cx="812800" cy="78616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5528" y="26138"/>
              <a:ext cx="781744" cy="760023"/>
            </a:xfrm>
            <a:custGeom>
              <a:avLst/>
              <a:gdLst/>
              <a:ahLst/>
              <a:cxnLst/>
              <a:rect r="r" b="b" t="t" l="l"/>
              <a:pathLst>
                <a:path h="760023" w="781744">
                  <a:moveTo>
                    <a:pt x="410589" y="12003"/>
                  </a:moveTo>
                  <a:lnTo>
                    <a:pt x="777555" y="721882"/>
                  </a:lnTo>
                  <a:cubicBezTo>
                    <a:pt x="781744" y="729985"/>
                    <a:pt x="781406" y="739685"/>
                    <a:pt x="776662" y="747477"/>
                  </a:cubicBezTo>
                  <a:cubicBezTo>
                    <a:pt x="771919" y="755268"/>
                    <a:pt x="763457" y="760023"/>
                    <a:pt x="754336" y="760023"/>
                  </a:cubicBezTo>
                  <a:lnTo>
                    <a:pt x="27408" y="760023"/>
                  </a:lnTo>
                  <a:cubicBezTo>
                    <a:pt x="18287" y="760023"/>
                    <a:pt x="9825" y="755268"/>
                    <a:pt x="5082" y="747477"/>
                  </a:cubicBezTo>
                  <a:cubicBezTo>
                    <a:pt x="338" y="739685"/>
                    <a:pt x="0" y="729985"/>
                    <a:pt x="4189" y="721882"/>
                  </a:cubicBezTo>
                  <a:lnTo>
                    <a:pt x="371155" y="12003"/>
                  </a:lnTo>
                  <a:cubicBezTo>
                    <a:pt x="374966" y="4631"/>
                    <a:pt x="382573" y="0"/>
                    <a:pt x="390872" y="0"/>
                  </a:cubicBezTo>
                  <a:cubicBezTo>
                    <a:pt x="399171" y="0"/>
                    <a:pt x="406778" y="4631"/>
                    <a:pt x="410589" y="12003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307853"/>
              <a:ext cx="558800" cy="422153"/>
            </a:xfrm>
            <a:prstGeom prst="rect">
              <a:avLst/>
            </a:prstGeom>
          </p:spPr>
          <p:txBody>
            <a:bodyPr anchor="ctr" rtlCol="false" tIns="36223" lIns="36223" bIns="36223" rIns="36223"/>
            <a:lstStyle/>
            <a:p>
              <a:pPr algn="ctr">
                <a:lnSpc>
                  <a:spcPts val="2673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true" flipV="false" rot="10481927">
            <a:off x="15065628" y="5261790"/>
            <a:ext cx="3093752" cy="2927463"/>
          </a:xfrm>
          <a:custGeom>
            <a:avLst/>
            <a:gdLst/>
            <a:ahLst/>
            <a:cxnLst/>
            <a:rect r="r" b="b" t="t" l="l"/>
            <a:pathLst>
              <a:path h="2927463" w="3093752">
                <a:moveTo>
                  <a:pt x="3093752" y="0"/>
                </a:moveTo>
                <a:lnTo>
                  <a:pt x="0" y="0"/>
                </a:lnTo>
                <a:lnTo>
                  <a:pt x="0" y="2927463"/>
                </a:lnTo>
                <a:lnTo>
                  <a:pt x="3093752" y="2927463"/>
                </a:lnTo>
                <a:lnTo>
                  <a:pt x="3093752" y="0"/>
                </a:lnTo>
                <a:close/>
              </a:path>
            </a:pathLst>
          </a:custGeom>
          <a:blipFill>
            <a:blip r:embed="rId6">
              <a:alphaModFix amt="5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519325" y="-176691"/>
            <a:ext cx="2727901" cy="2410783"/>
          </a:xfrm>
          <a:custGeom>
            <a:avLst/>
            <a:gdLst/>
            <a:ahLst/>
            <a:cxnLst/>
            <a:rect r="r" b="b" t="t" l="l"/>
            <a:pathLst>
              <a:path h="2410783" w="2727901">
                <a:moveTo>
                  <a:pt x="0" y="0"/>
                </a:moveTo>
                <a:lnTo>
                  <a:pt x="2727902" y="0"/>
                </a:lnTo>
                <a:lnTo>
                  <a:pt x="2727902" y="2410782"/>
                </a:lnTo>
                <a:lnTo>
                  <a:pt x="0" y="24107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5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0" y="0"/>
            <a:ext cx="641052" cy="522457"/>
          </a:xfrm>
          <a:custGeom>
            <a:avLst/>
            <a:gdLst/>
            <a:ahLst/>
            <a:cxnLst/>
            <a:rect r="r" b="b" t="t" l="l"/>
            <a:pathLst>
              <a:path h="522457" w="641052">
                <a:moveTo>
                  <a:pt x="0" y="0"/>
                </a:moveTo>
                <a:lnTo>
                  <a:pt x="641052" y="0"/>
                </a:lnTo>
                <a:lnTo>
                  <a:pt x="641052" y="522457"/>
                </a:lnTo>
                <a:lnTo>
                  <a:pt x="0" y="52245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491100" y="0"/>
            <a:ext cx="1420590" cy="2934093"/>
          </a:xfrm>
          <a:custGeom>
            <a:avLst/>
            <a:gdLst/>
            <a:ahLst/>
            <a:cxnLst/>
            <a:rect r="r" b="b" t="t" l="l"/>
            <a:pathLst>
              <a:path h="2934093" w="1420590">
                <a:moveTo>
                  <a:pt x="0" y="0"/>
                </a:moveTo>
                <a:lnTo>
                  <a:pt x="1420590" y="0"/>
                </a:lnTo>
                <a:lnTo>
                  <a:pt x="1420590" y="2934093"/>
                </a:lnTo>
                <a:lnTo>
                  <a:pt x="0" y="293409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7522805" y="5356970"/>
            <a:ext cx="792766" cy="834491"/>
          </a:xfrm>
          <a:custGeom>
            <a:avLst/>
            <a:gdLst/>
            <a:ahLst/>
            <a:cxnLst/>
            <a:rect r="r" b="b" t="t" l="l"/>
            <a:pathLst>
              <a:path h="834491" w="792766">
                <a:moveTo>
                  <a:pt x="0" y="0"/>
                </a:moveTo>
                <a:lnTo>
                  <a:pt x="792766" y="0"/>
                </a:lnTo>
                <a:lnTo>
                  <a:pt x="792766" y="834491"/>
                </a:lnTo>
                <a:lnTo>
                  <a:pt x="0" y="83449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1090483" y="5356970"/>
            <a:ext cx="857685" cy="813038"/>
          </a:xfrm>
          <a:custGeom>
            <a:avLst/>
            <a:gdLst/>
            <a:ahLst/>
            <a:cxnLst/>
            <a:rect r="r" b="b" t="t" l="l"/>
            <a:pathLst>
              <a:path h="813038" w="857685">
                <a:moveTo>
                  <a:pt x="0" y="0"/>
                </a:moveTo>
                <a:lnTo>
                  <a:pt x="857685" y="0"/>
                </a:lnTo>
                <a:lnTo>
                  <a:pt x="857685" y="813038"/>
                </a:lnTo>
                <a:lnTo>
                  <a:pt x="0" y="81303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8"/>
          <a:stretch>
            <a:fillRect/>
          </a:stretch>
        </p:blipFill>
        <p:spPr>
          <a:xfrm rot="0">
            <a:off x="-100967" y="3234528"/>
            <a:ext cx="5057922" cy="2950454"/>
          </a:xfrm>
          <a:prstGeom prst="rect">
            <a:avLst/>
          </a:prstGeom>
        </p:spPr>
      </p:pic>
      <p:graphicFrame>
        <p:nvGraphicFramePr>
          <p:cNvPr name="Object 19" id="19"/>
          <p:cNvGraphicFramePr/>
          <p:nvPr/>
        </p:nvGraphicFramePr>
        <p:xfrm>
          <a:off x="5804554" y="2706784"/>
          <a:ext cx="7543800" cy="8801100"/>
        </p:xfrm>
        <a:graphic>
          <a:graphicData uri="http://schemas.openxmlformats.org/presentationml/2006/ole">
            <p:oleObj imgW="9296400" imgH="10553700" r:id="rId20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20" id="20"/>
          <p:cNvSpPr txBox="true"/>
          <p:nvPr/>
        </p:nvSpPr>
        <p:spPr>
          <a:xfrm rot="0">
            <a:off x="159567" y="916048"/>
            <a:ext cx="10889924" cy="2018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0"/>
              </a:lnSpc>
            </a:pPr>
            <a:r>
              <a:rPr lang="en-US" sz="4634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MÉTRICAS DE AVANCES &amp; PORCENTAJE DE AVANCE</a:t>
            </a:r>
          </a:p>
          <a:p>
            <a:pPr algn="l">
              <a:lnSpc>
                <a:spcPts val="5330"/>
              </a:lnSpc>
            </a:pP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7371434" y="5333861"/>
            <a:ext cx="254222" cy="298128"/>
          </a:xfrm>
          <a:custGeom>
            <a:avLst/>
            <a:gdLst/>
            <a:ahLst/>
            <a:cxnLst/>
            <a:rect r="r" b="b" t="t" l="l"/>
            <a:pathLst>
              <a:path h="298128" w="254222">
                <a:moveTo>
                  <a:pt x="0" y="0"/>
                </a:moveTo>
                <a:lnTo>
                  <a:pt x="254222" y="0"/>
                </a:lnTo>
                <a:lnTo>
                  <a:pt x="254222" y="298128"/>
                </a:lnTo>
                <a:lnTo>
                  <a:pt x="0" y="29812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01522" y="-1114950"/>
            <a:ext cx="7335291" cy="2801892"/>
            <a:chOff x="0" y="0"/>
            <a:chExt cx="930920" cy="3555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460" y="0"/>
              <a:ext cx="906000" cy="355587"/>
            </a:xfrm>
            <a:custGeom>
              <a:avLst/>
              <a:gdLst/>
              <a:ahLst/>
              <a:cxnLst/>
              <a:rect r="r" b="b" t="t" l="l"/>
              <a:pathLst>
                <a:path h="355587" w="906000">
                  <a:moveTo>
                    <a:pt x="683597" y="0"/>
                  </a:moveTo>
                  <a:lnTo>
                    <a:pt x="19203" y="0"/>
                  </a:lnTo>
                  <a:cubicBezTo>
                    <a:pt x="12653" y="0"/>
                    <a:pt x="6598" y="3487"/>
                    <a:pt x="3311" y="9152"/>
                  </a:cubicBezTo>
                  <a:cubicBezTo>
                    <a:pt x="23" y="14817"/>
                    <a:pt x="0" y="21804"/>
                    <a:pt x="3250" y="27491"/>
                  </a:cubicBezTo>
                  <a:lnTo>
                    <a:pt x="175030" y="328096"/>
                  </a:lnTo>
                  <a:cubicBezTo>
                    <a:pt x="184745" y="345096"/>
                    <a:pt x="202823" y="355587"/>
                    <a:pt x="222403" y="355587"/>
                  </a:cubicBezTo>
                  <a:lnTo>
                    <a:pt x="886797" y="355587"/>
                  </a:lnTo>
                  <a:cubicBezTo>
                    <a:pt x="893347" y="355587"/>
                    <a:pt x="899402" y="352101"/>
                    <a:pt x="902689" y="346435"/>
                  </a:cubicBezTo>
                  <a:cubicBezTo>
                    <a:pt x="905977" y="340770"/>
                    <a:pt x="906000" y="333783"/>
                    <a:pt x="902750" y="328096"/>
                  </a:cubicBezTo>
                  <a:lnTo>
                    <a:pt x="730970" y="27491"/>
                  </a:lnTo>
                  <a:cubicBezTo>
                    <a:pt x="721255" y="10491"/>
                    <a:pt x="703177" y="0"/>
                    <a:pt x="683597" y="0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01600" y="-66675"/>
              <a:ext cx="727720" cy="4222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2203448">
            <a:off x="16087195" y="-567063"/>
            <a:ext cx="2401361" cy="2458731"/>
          </a:xfrm>
          <a:custGeom>
            <a:avLst/>
            <a:gdLst/>
            <a:ahLst/>
            <a:cxnLst/>
            <a:rect r="r" b="b" t="t" l="l"/>
            <a:pathLst>
              <a:path h="2458731" w="2401361">
                <a:moveTo>
                  <a:pt x="0" y="0"/>
                </a:moveTo>
                <a:lnTo>
                  <a:pt x="2401360" y="0"/>
                </a:lnTo>
                <a:lnTo>
                  <a:pt x="2401360" y="2458731"/>
                </a:lnTo>
                <a:lnTo>
                  <a:pt x="0" y="2458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822215" y="-1659968"/>
            <a:ext cx="17254146" cy="3346910"/>
            <a:chOff x="0" y="0"/>
            <a:chExt cx="1825168" cy="3540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6202" y="0"/>
              <a:ext cx="1812764" cy="354041"/>
            </a:xfrm>
            <a:custGeom>
              <a:avLst/>
              <a:gdLst/>
              <a:ahLst/>
              <a:cxnLst/>
              <a:rect r="r" b="b" t="t" l="l"/>
              <a:pathLst>
                <a:path h="354041" w="1812764">
                  <a:moveTo>
                    <a:pt x="212702" y="0"/>
                  </a:moveTo>
                  <a:lnTo>
                    <a:pt x="1803262" y="0"/>
                  </a:lnTo>
                  <a:cubicBezTo>
                    <a:pt x="1806507" y="0"/>
                    <a:pt x="1809505" y="1729"/>
                    <a:pt x="1811131" y="4537"/>
                  </a:cubicBezTo>
                  <a:cubicBezTo>
                    <a:pt x="1812757" y="7345"/>
                    <a:pt x="1812764" y="10806"/>
                    <a:pt x="1811149" y="13621"/>
                  </a:cubicBezTo>
                  <a:lnTo>
                    <a:pt x="1623584" y="340420"/>
                  </a:lnTo>
                  <a:cubicBezTo>
                    <a:pt x="1618748" y="348846"/>
                    <a:pt x="1609776" y="354041"/>
                    <a:pt x="1600062" y="354041"/>
                  </a:cubicBezTo>
                  <a:lnTo>
                    <a:pt x="9502" y="354041"/>
                  </a:lnTo>
                  <a:cubicBezTo>
                    <a:pt x="6258" y="354041"/>
                    <a:pt x="3259" y="352312"/>
                    <a:pt x="1633" y="349504"/>
                  </a:cubicBezTo>
                  <a:cubicBezTo>
                    <a:pt x="7" y="346696"/>
                    <a:pt x="0" y="343235"/>
                    <a:pt x="1615" y="340420"/>
                  </a:cubicBezTo>
                  <a:lnTo>
                    <a:pt x="189181" y="13621"/>
                  </a:lnTo>
                  <a:cubicBezTo>
                    <a:pt x="194016" y="5195"/>
                    <a:pt x="202988" y="0"/>
                    <a:pt x="212702" y="0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66675"/>
              <a:ext cx="1621968" cy="4207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true" flipV="false" rot="-4021186">
            <a:off x="-2164000" y="-580014"/>
            <a:ext cx="6677500" cy="2612572"/>
          </a:xfrm>
          <a:custGeom>
            <a:avLst/>
            <a:gdLst/>
            <a:ahLst/>
            <a:cxnLst/>
            <a:rect r="r" b="b" t="t" l="l"/>
            <a:pathLst>
              <a:path h="2612572" w="6677500">
                <a:moveTo>
                  <a:pt x="6677500" y="0"/>
                </a:moveTo>
                <a:lnTo>
                  <a:pt x="0" y="0"/>
                </a:lnTo>
                <a:lnTo>
                  <a:pt x="0" y="2612572"/>
                </a:lnTo>
                <a:lnTo>
                  <a:pt x="6677500" y="2612572"/>
                </a:lnTo>
                <a:lnTo>
                  <a:pt x="6677500" y="0"/>
                </a:lnTo>
                <a:close/>
              </a:path>
            </a:pathLst>
          </a:custGeom>
          <a:blipFill>
            <a:blip r:embed="rId4">
              <a:alphaModFix amt="5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6576994" y="8847436"/>
            <a:ext cx="3838468" cy="3838468"/>
            <a:chOff x="0" y="0"/>
            <a:chExt cx="5117957" cy="511795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117957" cy="5117957"/>
            </a:xfrm>
            <a:custGeom>
              <a:avLst/>
              <a:gdLst/>
              <a:ahLst/>
              <a:cxnLst/>
              <a:rect r="r" b="b" t="t" l="l"/>
              <a:pathLst>
                <a:path h="5117957" w="5117957">
                  <a:moveTo>
                    <a:pt x="0" y="0"/>
                  </a:moveTo>
                  <a:lnTo>
                    <a:pt x="5117957" y="0"/>
                  </a:lnTo>
                  <a:lnTo>
                    <a:pt x="5117957" y="5117957"/>
                  </a:lnTo>
                  <a:lnTo>
                    <a:pt x="0" y="511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842202" y="663438"/>
              <a:ext cx="1002704" cy="864832"/>
            </a:xfrm>
            <a:custGeom>
              <a:avLst/>
              <a:gdLst/>
              <a:ahLst/>
              <a:cxnLst/>
              <a:rect r="r" b="b" t="t" l="l"/>
              <a:pathLst>
                <a:path h="864832" w="1002704">
                  <a:moveTo>
                    <a:pt x="0" y="0"/>
                  </a:moveTo>
                  <a:lnTo>
                    <a:pt x="1002704" y="0"/>
                  </a:lnTo>
                  <a:lnTo>
                    <a:pt x="1002704" y="864832"/>
                  </a:lnTo>
                  <a:lnTo>
                    <a:pt x="0" y="8648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582968" y="3254585"/>
              <a:ext cx="928244" cy="800610"/>
            </a:xfrm>
            <a:custGeom>
              <a:avLst/>
              <a:gdLst/>
              <a:ahLst/>
              <a:cxnLst/>
              <a:rect r="r" b="b" t="t" l="l"/>
              <a:pathLst>
                <a:path h="800610" w="928244">
                  <a:moveTo>
                    <a:pt x="0" y="0"/>
                  </a:moveTo>
                  <a:lnTo>
                    <a:pt x="928244" y="0"/>
                  </a:lnTo>
                  <a:lnTo>
                    <a:pt x="928244" y="800611"/>
                  </a:lnTo>
                  <a:lnTo>
                    <a:pt x="0" y="800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3521149" y="861783"/>
              <a:ext cx="892316" cy="881368"/>
            </a:xfrm>
            <a:custGeom>
              <a:avLst/>
              <a:gdLst/>
              <a:ahLst/>
              <a:cxnLst/>
              <a:rect r="r" b="b" t="t" l="l"/>
              <a:pathLst>
                <a:path h="881368" w="892316">
                  <a:moveTo>
                    <a:pt x="0" y="0"/>
                  </a:moveTo>
                  <a:lnTo>
                    <a:pt x="892316" y="0"/>
                  </a:lnTo>
                  <a:lnTo>
                    <a:pt x="892316" y="881368"/>
                  </a:lnTo>
                  <a:lnTo>
                    <a:pt x="0" y="881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-1712" t="-1797" r="-1641" b="-2839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353589" y="3470167"/>
              <a:ext cx="965883" cy="903101"/>
            </a:xfrm>
            <a:custGeom>
              <a:avLst/>
              <a:gdLst/>
              <a:ahLst/>
              <a:cxnLst/>
              <a:rect r="r" b="b" t="t" l="l"/>
              <a:pathLst>
                <a:path h="903101" w="965883">
                  <a:moveTo>
                    <a:pt x="0" y="0"/>
                  </a:moveTo>
                  <a:lnTo>
                    <a:pt x="965883" y="0"/>
                  </a:lnTo>
                  <a:lnTo>
                    <a:pt x="965883" y="903100"/>
                  </a:lnTo>
                  <a:lnTo>
                    <a:pt x="0" y="903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-387376" y="9972675"/>
            <a:ext cx="17646676" cy="1656163"/>
          </a:xfrm>
          <a:custGeom>
            <a:avLst/>
            <a:gdLst/>
            <a:ahLst/>
            <a:cxnLst/>
            <a:rect r="r" b="b" t="t" l="l"/>
            <a:pathLst>
              <a:path h="1656163" w="17646676">
                <a:moveTo>
                  <a:pt x="0" y="0"/>
                </a:moveTo>
                <a:lnTo>
                  <a:pt x="17646676" y="0"/>
                </a:lnTo>
                <a:lnTo>
                  <a:pt x="17646676" y="1656163"/>
                </a:lnTo>
                <a:lnTo>
                  <a:pt x="0" y="16561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290245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565251" y="-3510381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-1383500" y="8847436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949060" y="1686942"/>
            <a:ext cx="12389881" cy="8285733"/>
          </a:xfrm>
          <a:custGeom>
            <a:avLst/>
            <a:gdLst/>
            <a:ahLst/>
            <a:cxnLst/>
            <a:rect r="r" b="b" t="t" l="l"/>
            <a:pathLst>
              <a:path h="8285733" w="12389881">
                <a:moveTo>
                  <a:pt x="0" y="0"/>
                </a:moveTo>
                <a:lnTo>
                  <a:pt x="12389880" y="0"/>
                </a:lnTo>
                <a:lnTo>
                  <a:pt x="12389880" y="8285733"/>
                </a:lnTo>
                <a:lnTo>
                  <a:pt x="0" y="8285733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7583706" y="242680"/>
            <a:ext cx="570708" cy="492125"/>
          </a:xfrm>
          <a:custGeom>
            <a:avLst/>
            <a:gdLst/>
            <a:ahLst/>
            <a:cxnLst/>
            <a:rect r="r" b="b" t="t" l="l"/>
            <a:pathLst>
              <a:path h="492125" w="570708">
                <a:moveTo>
                  <a:pt x="0" y="0"/>
                </a:moveTo>
                <a:lnTo>
                  <a:pt x="570708" y="0"/>
                </a:lnTo>
                <a:lnTo>
                  <a:pt x="570708" y="492125"/>
                </a:lnTo>
                <a:lnTo>
                  <a:pt x="0" y="492125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01262" y="271255"/>
            <a:ext cx="13165192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4"/>
              </a:lnSpc>
            </a:pPr>
            <a:r>
              <a:rPr lang="en-US" sz="6499" b="true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SPRINT PLANNING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000500" y="-4000500"/>
            <a:ext cx="10287000" cy="18288000"/>
          </a:xfrm>
          <a:custGeom>
            <a:avLst/>
            <a:gdLst/>
            <a:ahLst/>
            <a:cxnLst/>
            <a:rect r="r" b="b" t="t" l="l"/>
            <a:pathLst>
              <a:path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t="0" r="-1288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959293" y="8218848"/>
            <a:ext cx="4177520" cy="2157120"/>
          </a:xfrm>
          <a:custGeom>
            <a:avLst/>
            <a:gdLst/>
            <a:ahLst/>
            <a:cxnLst/>
            <a:rect r="r" b="b" t="t" l="l"/>
            <a:pathLst>
              <a:path h="2157120" w="4177520">
                <a:moveTo>
                  <a:pt x="0" y="0"/>
                </a:moveTo>
                <a:lnTo>
                  <a:pt x="4177520" y="0"/>
                </a:lnTo>
                <a:lnTo>
                  <a:pt x="4177520" y="2157120"/>
                </a:lnTo>
                <a:lnTo>
                  <a:pt x="0" y="21571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87376" y="9972675"/>
            <a:ext cx="17646676" cy="1656163"/>
          </a:xfrm>
          <a:custGeom>
            <a:avLst/>
            <a:gdLst/>
            <a:ahLst/>
            <a:cxnLst/>
            <a:rect r="r" b="b" t="t" l="l"/>
            <a:pathLst>
              <a:path h="1656163" w="17646676">
                <a:moveTo>
                  <a:pt x="0" y="0"/>
                </a:moveTo>
                <a:lnTo>
                  <a:pt x="17646676" y="0"/>
                </a:lnTo>
                <a:lnTo>
                  <a:pt x="17646676" y="1656163"/>
                </a:lnTo>
                <a:lnTo>
                  <a:pt x="0" y="165616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290245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2801522" y="-1114950"/>
            <a:ext cx="7335291" cy="2801892"/>
            <a:chOff x="0" y="0"/>
            <a:chExt cx="930920" cy="3555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460" y="0"/>
              <a:ext cx="906000" cy="355587"/>
            </a:xfrm>
            <a:custGeom>
              <a:avLst/>
              <a:gdLst/>
              <a:ahLst/>
              <a:cxnLst/>
              <a:rect r="r" b="b" t="t" l="l"/>
              <a:pathLst>
                <a:path h="355587" w="906000">
                  <a:moveTo>
                    <a:pt x="683597" y="0"/>
                  </a:moveTo>
                  <a:lnTo>
                    <a:pt x="19203" y="0"/>
                  </a:lnTo>
                  <a:cubicBezTo>
                    <a:pt x="12653" y="0"/>
                    <a:pt x="6598" y="3487"/>
                    <a:pt x="3311" y="9152"/>
                  </a:cubicBezTo>
                  <a:cubicBezTo>
                    <a:pt x="23" y="14817"/>
                    <a:pt x="0" y="21804"/>
                    <a:pt x="3250" y="27491"/>
                  </a:cubicBezTo>
                  <a:lnTo>
                    <a:pt x="175030" y="328096"/>
                  </a:lnTo>
                  <a:cubicBezTo>
                    <a:pt x="184745" y="345096"/>
                    <a:pt x="202823" y="355587"/>
                    <a:pt x="222403" y="355587"/>
                  </a:cubicBezTo>
                  <a:lnTo>
                    <a:pt x="886797" y="355587"/>
                  </a:lnTo>
                  <a:cubicBezTo>
                    <a:pt x="893347" y="355587"/>
                    <a:pt x="899402" y="352101"/>
                    <a:pt x="902689" y="346435"/>
                  </a:cubicBezTo>
                  <a:cubicBezTo>
                    <a:pt x="905977" y="340770"/>
                    <a:pt x="906000" y="333783"/>
                    <a:pt x="902750" y="328096"/>
                  </a:cubicBezTo>
                  <a:lnTo>
                    <a:pt x="730970" y="27491"/>
                  </a:lnTo>
                  <a:cubicBezTo>
                    <a:pt x="721255" y="10491"/>
                    <a:pt x="703177" y="0"/>
                    <a:pt x="683597" y="0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66675"/>
              <a:ext cx="727720" cy="4222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2203448">
            <a:off x="16087195" y="-567063"/>
            <a:ext cx="2401361" cy="2458731"/>
          </a:xfrm>
          <a:custGeom>
            <a:avLst/>
            <a:gdLst/>
            <a:ahLst/>
            <a:cxnLst/>
            <a:rect r="r" b="b" t="t" l="l"/>
            <a:pathLst>
              <a:path h="2458731" w="2401361">
                <a:moveTo>
                  <a:pt x="0" y="0"/>
                </a:moveTo>
                <a:lnTo>
                  <a:pt x="2401360" y="0"/>
                </a:lnTo>
                <a:lnTo>
                  <a:pt x="2401360" y="2458731"/>
                </a:lnTo>
                <a:lnTo>
                  <a:pt x="0" y="245873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-1868240" y="-1873754"/>
            <a:ext cx="16830038" cy="3560696"/>
            <a:chOff x="0" y="0"/>
            <a:chExt cx="1673415" cy="3540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359" y="0"/>
              <a:ext cx="1660698" cy="354041"/>
            </a:xfrm>
            <a:custGeom>
              <a:avLst/>
              <a:gdLst/>
              <a:ahLst/>
              <a:cxnLst/>
              <a:rect r="r" b="b" t="t" l="l"/>
              <a:pathLst>
                <a:path h="354041" w="1660698">
                  <a:moveTo>
                    <a:pt x="212941" y="0"/>
                  </a:moveTo>
                  <a:lnTo>
                    <a:pt x="1650956" y="0"/>
                  </a:lnTo>
                  <a:cubicBezTo>
                    <a:pt x="1654283" y="0"/>
                    <a:pt x="1657357" y="1772"/>
                    <a:pt x="1659024" y="4651"/>
                  </a:cubicBezTo>
                  <a:cubicBezTo>
                    <a:pt x="1660691" y="7530"/>
                    <a:pt x="1660698" y="11079"/>
                    <a:pt x="1659042" y="13964"/>
                  </a:cubicBezTo>
                  <a:lnTo>
                    <a:pt x="1471871" y="340077"/>
                  </a:lnTo>
                  <a:cubicBezTo>
                    <a:pt x="1466913" y="348715"/>
                    <a:pt x="1457715" y="354041"/>
                    <a:pt x="1447756" y="354041"/>
                  </a:cubicBezTo>
                  <a:lnTo>
                    <a:pt x="9741" y="354041"/>
                  </a:lnTo>
                  <a:cubicBezTo>
                    <a:pt x="6415" y="354041"/>
                    <a:pt x="3340" y="352269"/>
                    <a:pt x="1673" y="349390"/>
                  </a:cubicBezTo>
                  <a:cubicBezTo>
                    <a:pt x="6" y="346511"/>
                    <a:pt x="0" y="342962"/>
                    <a:pt x="1655" y="340077"/>
                  </a:cubicBezTo>
                  <a:lnTo>
                    <a:pt x="188827" y="13964"/>
                  </a:lnTo>
                  <a:cubicBezTo>
                    <a:pt x="193784" y="5326"/>
                    <a:pt x="202982" y="0"/>
                    <a:pt x="212941" y="0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66675"/>
              <a:ext cx="1470215" cy="4207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true" flipV="false" rot="-4021186">
            <a:off x="-2164000" y="-580014"/>
            <a:ext cx="6677500" cy="2612572"/>
          </a:xfrm>
          <a:custGeom>
            <a:avLst/>
            <a:gdLst/>
            <a:ahLst/>
            <a:cxnLst/>
            <a:rect r="r" b="b" t="t" l="l"/>
            <a:pathLst>
              <a:path h="2612572" w="6677500">
                <a:moveTo>
                  <a:pt x="6677500" y="0"/>
                </a:moveTo>
                <a:lnTo>
                  <a:pt x="0" y="0"/>
                </a:lnTo>
                <a:lnTo>
                  <a:pt x="0" y="2612572"/>
                </a:lnTo>
                <a:lnTo>
                  <a:pt x="6677500" y="2612572"/>
                </a:lnTo>
                <a:lnTo>
                  <a:pt x="6677500" y="0"/>
                </a:lnTo>
                <a:close/>
              </a:path>
            </a:pathLst>
          </a:custGeom>
          <a:blipFill>
            <a:blip r:embed="rId9">
              <a:alphaModFix amt="5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565251" y="-3510381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-1383500" y="8847436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135197" y="1734567"/>
            <a:ext cx="11789779" cy="8238108"/>
          </a:xfrm>
          <a:custGeom>
            <a:avLst/>
            <a:gdLst/>
            <a:ahLst/>
            <a:cxnLst/>
            <a:rect r="r" b="b" t="t" l="l"/>
            <a:pathLst>
              <a:path h="8238108" w="11789779">
                <a:moveTo>
                  <a:pt x="0" y="0"/>
                </a:moveTo>
                <a:lnTo>
                  <a:pt x="11789779" y="0"/>
                </a:lnTo>
                <a:lnTo>
                  <a:pt x="11789779" y="8238108"/>
                </a:lnTo>
                <a:lnTo>
                  <a:pt x="0" y="823810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2833905" y="3488588"/>
            <a:ext cx="2758423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7" id="17"/>
          <p:cNvSpPr/>
          <p:nvPr/>
        </p:nvSpPr>
        <p:spPr>
          <a:xfrm>
            <a:off x="2833905" y="2680288"/>
            <a:ext cx="199001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293703" y="2041656"/>
            <a:ext cx="2667940" cy="850042"/>
            <a:chOff x="0" y="0"/>
            <a:chExt cx="3557253" cy="113338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3444339" cy="1133389"/>
              <a:chOff x="0" y="0"/>
              <a:chExt cx="680363" cy="223879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80363" cy="223879"/>
              </a:xfrm>
              <a:custGeom>
                <a:avLst/>
                <a:gdLst/>
                <a:ahLst/>
                <a:cxnLst/>
                <a:rect r="r" b="b" t="t" l="l"/>
                <a:pathLst>
                  <a:path h="223879" w="680363">
                    <a:moveTo>
                      <a:pt x="111940" y="0"/>
                    </a:moveTo>
                    <a:lnTo>
                      <a:pt x="568424" y="0"/>
                    </a:lnTo>
                    <a:cubicBezTo>
                      <a:pt x="630246" y="0"/>
                      <a:pt x="680363" y="50117"/>
                      <a:pt x="680363" y="111940"/>
                    </a:cubicBezTo>
                    <a:lnTo>
                      <a:pt x="680363" y="111940"/>
                    </a:lnTo>
                    <a:cubicBezTo>
                      <a:pt x="680363" y="141628"/>
                      <a:pt x="668570" y="170100"/>
                      <a:pt x="647577" y="191093"/>
                    </a:cubicBezTo>
                    <a:cubicBezTo>
                      <a:pt x="626584" y="212086"/>
                      <a:pt x="598112" y="223879"/>
                      <a:pt x="568424" y="223879"/>
                    </a:cubicBezTo>
                    <a:lnTo>
                      <a:pt x="111940" y="223879"/>
                    </a:lnTo>
                    <a:cubicBezTo>
                      <a:pt x="82251" y="223879"/>
                      <a:pt x="53779" y="212086"/>
                      <a:pt x="32786" y="191093"/>
                    </a:cubicBezTo>
                    <a:cubicBezTo>
                      <a:pt x="11794" y="170100"/>
                      <a:pt x="0" y="141628"/>
                      <a:pt x="0" y="111940"/>
                    </a:cubicBezTo>
                    <a:lnTo>
                      <a:pt x="0" y="111940"/>
                    </a:lnTo>
                    <a:cubicBezTo>
                      <a:pt x="0" y="82251"/>
                      <a:pt x="11794" y="53779"/>
                      <a:pt x="32786" y="32786"/>
                    </a:cubicBezTo>
                    <a:cubicBezTo>
                      <a:pt x="53779" y="11794"/>
                      <a:pt x="82251" y="0"/>
                      <a:pt x="111940" y="0"/>
                    </a:cubicBezTo>
                    <a:close/>
                  </a:path>
                </a:pathLst>
              </a:custGeom>
              <a:solidFill>
                <a:srgbClr val="1D7363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66675"/>
                <a:ext cx="680363" cy="29055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50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0" y="305499"/>
              <a:ext cx="3557253" cy="4842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</a:pPr>
              <a:r>
                <a:rPr lang="en-US" b="true" sz="2200">
                  <a:solidFill>
                    <a:srgbClr val="E9E9E9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Registro y Login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48318" y="3012156"/>
            <a:ext cx="2321774" cy="1723609"/>
            <a:chOff x="0" y="0"/>
            <a:chExt cx="3095699" cy="2298146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3095699" cy="2298146"/>
              <a:chOff x="0" y="0"/>
              <a:chExt cx="680363" cy="50508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680363" cy="505079"/>
              </a:xfrm>
              <a:custGeom>
                <a:avLst/>
                <a:gdLst/>
                <a:ahLst/>
                <a:cxnLst/>
                <a:rect r="r" b="b" t="t" l="l"/>
                <a:pathLst>
                  <a:path h="505079" w="680363">
                    <a:moveTo>
                      <a:pt x="252540" y="0"/>
                    </a:moveTo>
                    <a:lnTo>
                      <a:pt x="427824" y="0"/>
                    </a:lnTo>
                    <a:cubicBezTo>
                      <a:pt x="567297" y="0"/>
                      <a:pt x="680363" y="113066"/>
                      <a:pt x="680363" y="252540"/>
                    </a:cubicBezTo>
                    <a:lnTo>
                      <a:pt x="680363" y="252540"/>
                    </a:lnTo>
                    <a:cubicBezTo>
                      <a:pt x="680363" y="319517"/>
                      <a:pt x="653757" y="383752"/>
                      <a:pt x="606396" y="431112"/>
                    </a:cubicBezTo>
                    <a:cubicBezTo>
                      <a:pt x="559036" y="478473"/>
                      <a:pt x="494801" y="505079"/>
                      <a:pt x="427824" y="505079"/>
                    </a:cubicBezTo>
                    <a:lnTo>
                      <a:pt x="252540" y="505079"/>
                    </a:lnTo>
                    <a:cubicBezTo>
                      <a:pt x="185562" y="505079"/>
                      <a:pt x="121328" y="478473"/>
                      <a:pt x="73967" y="431112"/>
                    </a:cubicBezTo>
                    <a:cubicBezTo>
                      <a:pt x="26607" y="383752"/>
                      <a:pt x="0" y="319517"/>
                      <a:pt x="0" y="252540"/>
                    </a:cubicBezTo>
                    <a:lnTo>
                      <a:pt x="0" y="252540"/>
                    </a:lnTo>
                    <a:cubicBezTo>
                      <a:pt x="0" y="185562"/>
                      <a:pt x="26607" y="121328"/>
                      <a:pt x="73967" y="73967"/>
                    </a:cubicBezTo>
                    <a:cubicBezTo>
                      <a:pt x="121328" y="26607"/>
                      <a:pt x="185562" y="0"/>
                      <a:pt x="252540" y="0"/>
                    </a:cubicBezTo>
                    <a:close/>
                  </a:path>
                </a:pathLst>
              </a:custGeom>
              <a:solidFill>
                <a:srgbClr val="1D7363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66675"/>
                <a:ext cx="680363" cy="57175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50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277141" y="208468"/>
              <a:ext cx="2541417" cy="18431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8"/>
                </a:lnSpc>
              </a:pPr>
              <a:r>
                <a:rPr lang="en-US" b="true" sz="1977">
                  <a:solidFill>
                    <a:srgbClr val="E9E9E9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CRUD de productos a inventario principal</a:t>
              </a:r>
            </a:p>
          </p:txBody>
        </p:sp>
      </p:grpSp>
      <p:sp>
        <p:nvSpPr>
          <p:cNvPr name="AutoShape 28" id="28"/>
          <p:cNvSpPr/>
          <p:nvPr/>
        </p:nvSpPr>
        <p:spPr>
          <a:xfrm flipH="true">
            <a:off x="8239661" y="5293074"/>
            <a:ext cx="686994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9" id="29"/>
          <p:cNvGrpSpPr/>
          <p:nvPr/>
        </p:nvGrpSpPr>
        <p:grpSpPr>
          <a:xfrm rot="0">
            <a:off x="15177541" y="4138949"/>
            <a:ext cx="2583255" cy="2308249"/>
            <a:chOff x="0" y="0"/>
            <a:chExt cx="3444339" cy="3077665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3444339" cy="3077665"/>
              <a:chOff x="0" y="0"/>
              <a:chExt cx="680363" cy="607934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680363" cy="607934"/>
              </a:xfrm>
              <a:custGeom>
                <a:avLst/>
                <a:gdLst/>
                <a:ahLst/>
                <a:cxnLst/>
                <a:rect r="r" b="b" t="t" l="l"/>
                <a:pathLst>
                  <a:path h="607934" w="680363">
                    <a:moveTo>
                      <a:pt x="299696" y="0"/>
                    </a:moveTo>
                    <a:lnTo>
                      <a:pt x="380667" y="0"/>
                    </a:lnTo>
                    <a:cubicBezTo>
                      <a:pt x="546185" y="0"/>
                      <a:pt x="680363" y="134179"/>
                      <a:pt x="680363" y="299696"/>
                    </a:cubicBezTo>
                    <a:lnTo>
                      <a:pt x="680363" y="308237"/>
                    </a:lnTo>
                    <a:cubicBezTo>
                      <a:pt x="680363" y="473755"/>
                      <a:pt x="546185" y="607934"/>
                      <a:pt x="380667" y="607934"/>
                    </a:cubicBezTo>
                    <a:lnTo>
                      <a:pt x="299696" y="607934"/>
                    </a:lnTo>
                    <a:cubicBezTo>
                      <a:pt x="134179" y="607934"/>
                      <a:pt x="0" y="473755"/>
                      <a:pt x="0" y="308237"/>
                    </a:cubicBezTo>
                    <a:lnTo>
                      <a:pt x="0" y="299696"/>
                    </a:lnTo>
                    <a:cubicBezTo>
                      <a:pt x="0" y="134179"/>
                      <a:pt x="134179" y="0"/>
                      <a:pt x="299696" y="0"/>
                    </a:cubicBezTo>
                    <a:close/>
                  </a:path>
                </a:pathLst>
              </a:custGeom>
              <a:solidFill>
                <a:srgbClr val="1D7363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66675"/>
                <a:ext cx="680363" cy="67460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50"/>
                  </a:lnSpc>
                </a:pPr>
              </a:p>
            </p:txBody>
          </p:sp>
        </p:grpSp>
        <p:sp>
          <p:nvSpPr>
            <p:cNvPr name="TextBox 33" id="33"/>
            <p:cNvSpPr txBox="true"/>
            <p:nvPr/>
          </p:nvSpPr>
          <p:spPr>
            <a:xfrm rot="0">
              <a:off x="308353" y="236237"/>
              <a:ext cx="2827634" cy="25670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</a:pPr>
              <a:r>
                <a:rPr lang="en-US" b="true" sz="2200">
                  <a:solidFill>
                    <a:srgbClr val="E9E9E9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CRUD de casetas y asignar productos a caseta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40942" y="3493835"/>
            <a:ext cx="1214753" cy="1649665"/>
          </a:xfrm>
          <a:custGeom>
            <a:avLst/>
            <a:gdLst/>
            <a:ahLst/>
            <a:cxnLst/>
            <a:rect r="r" b="b" t="t" l="l"/>
            <a:pathLst>
              <a:path h="1649665" w="1214753">
                <a:moveTo>
                  <a:pt x="0" y="0"/>
                </a:moveTo>
                <a:lnTo>
                  <a:pt x="1214753" y="0"/>
                </a:lnTo>
                <a:lnTo>
                  <a:pt x="1214753" y="1649665"/>
                </a:lnTo>
                <a:lnTo>
                  <a:pt x="0" y="164966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7499115" y="3468780"/>
            <a:ext cx="198018" cy="376851"/>
          </a:xfrm>
          <a:custGeom>
            <a:avLst/>
            <a:gdLst/>
            <a:ahLst/>
            <a:cxnLst/>
            <a:rect r="r" b="b" t="t" l="l"/>
            <a:pathLst>
              <a:path h="376851" w="198018">
                <a:moveTo>
                  <a:pt x="0" y="0"/>
                </a:moveTo>
                <a:lnTo>
                  <a:pt x="198018" y="0"/>
                </a:lnTo>
                <a:lnTo>
                  <a:pt x="198018" y="376851"/>
                </a:lnTo>
                <a:lnTo>
                  <a:pt x="0" y="37685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144882" y="705943"/>
            <a:ext cx="13104501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4"/>
              </a:lnSpc>
            </a:pPr>
            <a:r>
              <a:rPr lang="en-US" sz="6499" b="true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BURDOWN CHART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483213" y="6505575"/>
            <a:ext cx="2651984" cy="972123"/>
            <a:chOff x="0" y="0"/>
            <a:chExt cx="3535979" cy="1296165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0" y="66675"/>
              <a:ext cx="3535979" cy="9993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1"/>
                </a:lnSpc>
              </a:pPr>
              <a:r>
                <a:rPr lang="en-US" sz="2980" spc="-149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11/18 PBs completados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0" y="1129025"/>
              <a:ext cx="3535979" cy="16713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16"/>
                </a:lnSpc>
              </a:pP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17404199" y="242680"/>
            <a:ext cx="750215" cy="646915"/>
          </a:xfrm>
          <a:custGeom>
            <a:avLst/>
            <a:gdLst/>
            <a:ahLst/>
            <a:cxnLst/>
            <a:rect r="r" b="b" t="t" l="l"/>
            <a:pathLst>
              <a:path h="646915" w="750215">
                <a:moveTo>
                  <a:pt x="0" y="0"/>
                </a:moveTo>
                <a:lnTo>
                  <a:pt x="750215" y="0"/>
                </a:lnTo>
                <a:lnTo>
                  <a:pt x="750215" y="646915"/>
                </a:lnTo>
                <a:lnTo>
                  <a:pt x="0" y="64691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000500" y="-4000500"/>
            <a:ext cx="10287000" cy="18288000"/>
          </a:xfrm>
          <a:custGeom>
            <a:avLst/>
            <a:gdLst/>
            <a:ahLst/>
            <a:cxnLst/>
            <a:rect r="r" b="b" t="t" l="l"/>
            <a:pathLst>
              <a:path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t="0" r="-12888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5400000">
            <a:off x="513789" y="1763710"/>
            <a:ext cx="500647" cy="438066"/>
            <a:chOff x="0" y="0"/>
            <a:chExt cx="812800" cy="7112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60851" y="89740"/>
              <a:ext cx="691098" cy="621460"/>
            </a:xfrm>
            <a:custGeom>
              <a:avLst/>
              <a:gdLst/>
              <a:ahLst/>
              <a:cxnLst/>
              <a:rect r="r" b="b" t="t" l="l"/>
              <a:pathLst>
                <a:path h="621460" w="691098">
                  <a:moveTo>
                    <a:pt x="422271" y="44524"/>
                  </a:moveTo>
                  <a:lnTo>
                    <a:pt x="675227" y="487196"/>
                  </a:lnTo>
                  <a:cubicBezTo>
                    <a:pt x="691098" y="514971"/>
                    <a:pt x="690984" y="549095"/>
                    <a:pt x="674928" y="576763"/>
                  </a:cubicBezTo>
                  <a:cubicBezTo>
                    <a:pt x="658871" y="604431"/>
                    <a:pt x="629300" y="621460"/>
                    <a:pt x="597311" y="621460"/>
                  </a:cubicBezTo>
                  <a:lnTo>
                    <a:pt x="93787" y="621460"/>
                  </a:lnTo>
                  <a:cubicBezTo>
                    <a:pt x="61798" y="621460"/>
                    <a:pt x="32227" y="604431"/>
                    <a:pt x="16170" y="576763"/>
                  </a:cubicBezTo>
                  <a:cubicBezTo>
                    <a:pt x="114" y="549095"/>
                    <a:pt x="0" y="514971"/>
                    <a:pt x="15871" y="487196"/>
                  </a:cubicBezTo>
                  <a:lnTo>
                    <a:pt x="268827" y="44524"/>
                  </a:lnTo>
                  <a:cubicBezTo>
                    <a:pt x="284560" y="16991"/>
                    <a:pt x="313839" y="0"/>
                    <a:pt x="345549" y="0"/>
                  </a:cubicBezTo>
                  <a:cubicBezTo>
                    <a:pt x="377259" y="0"/>
                    <a:pt x="406538" y="16991"/>
                    <a:pt x="422271" y="44524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5566952" y="-4117942"/>
            <a:ext cx="11145501" cy="9752314"/>
            <a:chOff x="0" y="0"/>
            <a:chExt cx="812800" cy="711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0933" y="16124"/>
              <a:ext cx="790933" cy="695076"/>
            </a:xfrm>
            <a:custGeom>
              <a:avLst/>
              <a:gdLst/>
              <a:ahLst/>
              <a:cxnLst/>
              <a:rect r="r" b="b" t="t" l="l"/>
              <a:pathLst>
                <a:path h="695076" w="790933">
                  <a:moveTo>
                    <a:pt x="409252" y="8000"/>
                  </a:moveTo>
                  <a:lnTo>
                    <a:pt x="788082" y="670952"/>
                  </a:lnTo>
                  <a:cubicBezTo>
                    <a:pt x="790934" y="675942"/>
                    <a:pt x="790913" y="682074"/>
                    <a:pt x="788028" y="687045"/>
                  </a:cubicBezTo>
                  <a:cubicBezTo>
                    <a:pt x="785143" y="692016"/>
                    <a:pt x="779830" y="695076"/>
                    <a:pt x="774082" y="695076"/>
                  </a:cubicBezTo>
                  <a:lnTo>
                    <a:pt x="16852" y="695076"/>
                  </a:lnTo>
                  <a:cubicBezTo>
                    <a:pt x="11104" y="695076"/>
                    <a:pt x="5791" y="692016"/>
                    <a:pt x="2906" y="687045"/>
                  </a:cubicBezTo>
                  <a:cubicBezTo>
                    <a:pt x="21" y="682074"/>
                    <a:pt x="0" y="675942"/>
                    <a:pt x="2852" y="670952"/>
                  </a:cubicBezTo>
                  <a:lnTo>
                    <a:pt x="381682" y="8000"/>
                  </a:lnTo>
                  <a:cubicBezTo>
                    <a:pt x="384509" y="3053"/>
                    <a:pt x="389769" y="0"/>
                    <a:pt x="395467" y="0"/>
                  </a:cubicBezTo>
                  <a:cubicBezTo>
                    <a:pt x="401165" y="0"/>
                    <a:pt x="406425" y="3053"/>
                    <a:pt x="409252" y="8000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10800000">
            <a:off x="15322247" y="-360618"/>
            <a:ext cx="4180138" cy="3657620"/>
            <a:chOff x="0" y="0"/>
            <a:chExt cx="812800" cy="711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29152" y="42992"/>
              <a:ext cx="754496" cy="668208"/>
            </a:xfrm>
            <a:custGeom>
              <a:avLst/>
              <a:gdLst/>
              <a:ahLst/>
              <a:cxnLst/>
              <a:rect r="r" b="b" t="t" l="l"/>
              <a:pathLst>
                <a:path h="668208" w="754496">
                  <a:moveTo>
                    <a:pt x="414003" y="21330"/>
                  </a:moveTo>
                  <a:lnTo>
                    <a:pt x="746893" y="603886"/>
                  </a:lnTo>
                  <a:cubicBezTo>
                    <a:pt x="754496" y="617192"/>
                    <a:pt x="754441" y="633540"/>
                    <a:pt x="746749" y="646795"/>
                  </a:cubicBezTo>
                  <a:cubicBezTo>
                    <a:pt x="739057" y="660050"/>
                    <a:pt x="724890" y="668208"/>
                    <a:pt x="709565" y="668208"/>
                  </a:cubicBezTo>
                  <a:lnTo>
                    <a:pt x="44931" y="668208"/>
                  </a:lnTo>
                  <a:cubicBezTo>
                    <a:pt x="29606" y="668208"/>
                    <a:pt x="15439" y="660050"/>
                    <a:pt x="7747" y="646795"/>
                  </a:cubicBezTo>
                  <a:cubicBezTo>
                    <a:pt x="55" y="633540"/>
                    <a:pt x="0" y="617192"/>
                    <a:pt x="7603" y="603886"/>
                  </a:cubicBezTo>
                  <a:lnTo>
                    <a:pt x="340493" y="21330"/>
                  </a:lnTo>
                  <a:cubicBezTo>
                    <a:pt x="348030" y="8140"/>
                    <a:pt x="362056" y="0"/>
                    <a:pt x="377248" y="0"/>
                  </a:cubicBezTo>
                  <a:cubicBezTo>
                    <a:pt x="392440" y="0"/>
                    <a:pt x="406466" y="8140"/>
                    <a:pt x="414003" y="21330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89648" y="3035095"/>
            <a:ext cx="8794187" cy="7694914"/>
            <a:chOff x="0" y="0"/>
            <a:chExt cx="812800" cy="711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3857" y="20435"/>
              <a:ext cx="785086" cy="690765"/>
            </a:xfrm>
            <a:custGeom>
              <a:avLst/>
              <a:gdLst/>
              <a:ahLst/>
              <a:cxnLst/>
              <a:rect r="r" b="b" t="t" l="l"/>
              <a:pathLst>
                <a:path h="690765" w="785086">
                  <a:moveTo>
                    <a:pt x="410014" y="10139"/>
                  </a:moveTo>
                  <a:lnTo>
                    <a:pt x="781472" y="660191"/>
                  </a:lnTo>
                  <a:cubicBezTo>
                    <a:pt x="785086" y="666516"/>
                    <a:pt x="785060" y="674286"/>
                    <a:pt x="781404" y="680587"/>
                  </a:cubicBezTo>
                  <a:cubicBezTo>
                    <a:pt x="777748" y="686887"/>
                    <a:pt x="771014" y="690765"/>
                    <a:pt x="763729" y="690765"/>
                  </a:cubicBezTo>
                  <a:lnTo>
                    <a:pt x="21357" y="690765"/>
                  </a:lnTo>
                  <a:cubicBezTo>
                    <a:pt x="14072" y="690765"/>
                    <a:pt x="7338" y="686887"/>
                    <a:pt x="3682" y="680587"/>
                  </a:cubicBezTo>
                  <a:cubicBezTo>
                    <a:pt x="26" y="674286"/>
                    <a:pt x="0" y="666516"/>
                    <a:pt x="3614" y="660191"/>
                  </a:cubicBezTo>
                  <a:lnTo>
                    <a:pt x="375072" y="10139"/>
                  </a:lnTo>
                  <a:cubicBezTo>
                    <a:pt x="378655" y="3870"/>
                    <a:pt x="385322" y="0"/>
                    <a:pt x="392543" y="0"/>
                  </a:cubicBezTo>
                  <a:cubicBezTo>
                    <a:pt x="399764" y="0"/>
                    <a:pt x="406431" y="3870"/>
                    <a:pt x="410014" y="10139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5566952" y="7663450"/>
            <a:ext cx="3885376" cy="3399704"/>
            <a:chOff x="0" y="0"/>
            <a:chExt cx="812800" cy="711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1363" y="46254"/>
              <a:ext cx="750073" cy="664946"/>
            </a:xfrm>
            <a:custGeom>
              <a:avLst/>
              <a:gdLst/>
              <a:ahLst/>
              <a:cxnLst/>
              <a:rect r="r" b="b" t="t" l="l"/>
              <a:pathLst>
                <a:path h="664946" w="750073">
                  <a:moveTo>
                    <a:pt x="414581" y="22948"/>
                  </a:moveTo>
                  <a:lnTo>
                    <a:pt x="741893" y="595744"/>
                  </a:lnTo>
                  <a:cubicBezTo>
                    <a:pt x="750074" y="610060"/>
                    <a:pt x="750015" y="627648"/>
                    <a:pt x="741739" y="641908"/>
                  </a:cubicBezTo>
                  <a:cubicBezTo>
                    <a:pt x="733463" y="656169"/>
                    <a:pt x="718222" y="664946"/>
                    <a:pt x="701734" y="664946"/>
                  </a:cubicBezTo>
                  <a:lnTo>
                    <a:pt x="48340" y="664946"/>
                  </a:lnTo>
                  <a:cubicBezTo>
                    <a:pt x="31852" y="664946"/>
                    <a:pt x="16611" y="656169"/>
                    <a:pt x="8335" y="641908"/>
                  </a:cubicBezTo>
                  <a:cubicBezTo>
                    <a:pt x="59" y="627648"/>
                    <a:pt x="0" y="610060"/>
                    <a:pt x="8181" y="595744"/>
                  </a:cubicBezTo>
                  <a:lnTo>
                    <a:pt x="335493" y="22948"/>
                  </a:lnTo>
                  <a:cubicBezTo>
                    <a:pt x="343602" y="8757"/>
                    <a:pt x="358693" y="0"/>
                    <a:pt x="375037" y="0"/>
                  </a:cubicBezTo>
                  <a:cubicBezTo>
                    <a:pt x="391381" y="0"/>
                    <a:pt x="406472" y="8757"/>
                    <a:pt x="414581" y="22948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-465592" y="9702769"/>
            <a:ext cx="2021342" cy="793377"/>
          </a:xfrm>
          <a:custGeom>
            <a:avLst/>
            <a:gdLst/>
            <a:ahLst/>
            <a:cxnLst/>
            <a:rect r="r" b="b" t="t" l="l"/>
            <a:pathLst>
              <a:path h="793377" w="2021342">
                <a:moveTo>
                  <a:pt x="0" y="0"/>
                </a:moveTo>
                <a:lnTo>
                  <a:pt x="2021342" y="0"/>
                </a:lnTo>
                <a:lnTo>
                  <a:pt x="2021342" y="793376"/>
                </a:lnTo>
                <a:lnTo>
                  <a:pt x="0" y="7933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6106620" y="303325"/>
            <a:ext cx="4035505" cy="818745"/>
            <a:chOff x="0" y="0"/>
            <a:chExt cx="5380674" cy="10916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2599374" y="0"/>
              <a:ext cx="2781300" cy="1091660"/>
            </a:xfrm>
            <a:custGeom>
              <a:avLst/>
              <a:gdLst/>
              <a:ahLst/>
              <a:cxnLst/>
              <a:rect r="r" b="b" t="t" l="l"/>
              <a:pathLst>
                <a:path h="1091660" w="2781300">
                  <a:moveTo>
                    <a:pt x="0" y="0"/>
                  </a:moveTo>
                  <a:lnTo>
                    <a:pt x="2781300" y="0"/>
                  </a:lnTo>
                  <a:lnTo>
                    <a:pt x="2781300" y="1091660"/>
                  </a:lnTo>
                  <a:lnTo>
                    <a:pt x="0" y="1091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87304" cy="1091660"/>
            </a:xfrm>
            <a:custGeom>
              <a:avLst/>
              <a:gdLst/>
              <a:ahLst/>
              <a:cxnLst/>
              <a:rect r="r" b="b" t="t" l="l"/>
              <a:pathLst>
                <a:path h="1091660" w="2487304">
                  <a:moveTo>
                    <a:pt x="0" y="0"/>
                  </a:moveTo>
                  <a:lnTo>
                    <a:pt x="2487304" y="0"/>
                  </a:lnTo>
                  <a:lnTo>
                    <a:pt x="2487304" y="1091660"/>
                  </a:lnTo>
                  <a:lnTo>
                    <a:pt x="0" y="1091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-11819" b="0"/>
              </a:stretch>
            </a:blip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17674864" y="9720423"/>
            <a:ext cx="899017" cy="732699"/>
          </a:xfrm>
          <a:custGeom>
            <a:avLst/>
            <a:gdLst/>
            <a:ahLst/>
            <a:cxnLst/>
            <a:rect r="r" b="b" t="t" l="l"/>
            <a:pathLst>
              <a:path h="732699" w="899017">
                <a:moveTo>
                  <a:pt x="0" y="0"/>
                </a:moveTo>
                <a:lnTo>
                  <a:pt x="899018" y="0"/>
                </a:lnTo>
                <a:lnTo>
                  <a:pt x="899018" y="732699"/>
                </a:lnTo>
                <a:lnTo>
                  <a:pt x="0" y="7326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true" flipV="false" rot="-2199196">
            <a:off x="-1587894" y="-1960574"/>
            <a:ext cx="3285470" cy="3108876"/>
          </a:xfrm>
          <a:custGeom>
            <a:avLst/>
            <a:gdLst/>
            <a:ahLst/>
            <a:cxnLst/>
            <a:rect r="r" b="b" t="t" l="l"/>
            <a:pathLst>
              <a:path h="3108876" w="3285470">
                <a:moveTo>
                  <a:pt x="3285469" y="0"/>
                </a:moveTo>
                <a:lnTo>
                  <a:pt x="0" y="0"/>
                </a:lnTo>
                <a:lnTo>
                  <a:pt x="0" y="3108876"/>
                </a:lnTo>
                <a:lnTo>
                  <a:pt x="3285469" y="3108876"/>
                </a:lnTo>
                <a:lnTo>
                  <a:pt x="3285469" y="0"/>
                </a:lnTo>
                <a:close/>
              </a:path>
            </a:pathLst>
          </a:custGeom>
          <a:blipFill>
            <a:blip r:embed="rId9">
              <a:alphaModFix amt="5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345811" y="-3811475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789907" y="1468192"/>
            <a:ext cx="8279350" cy="7606653"/>
          </a:xfrm>
          <a:custGeom>
            <a:avLst/>
            <a:gdLst/>
            <a:ahLst/>
            <a:cxnLst/>
            <a:rect r="r" b="b" t="t" l="l"/>
            <a:pathLst>
              <a:path h="7606653" w="8279350">
                <a:moveTo>
                  <a:pt x="0" y="0"/>
                </a:moveTo>
                <a:lnTo>
                  <a:pt x="8279350" y="0"/>
                </a:lnTo>
                <a:lnTo>
                  <a:pt x="8279350" y="7606653"/>
                </a:lnTo>
                <a:lnTo>
                  <a:pt x="0" y="7606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90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6" id="26"/>
          <p:cNvGrpSpPr/>
          <p:nvPr/>
        </p:nvGrpSpPr>
        <p:grpSpPr>
          <a:xfrm rot="0">
            <a:off x="14374932" y="1468192"/>
            <a:ext cx="11520205" cy="7606653"/>
            <a:chOff x="0" y="0"/>
            <a:chExt cx="1057872" cy="6985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5162" y="0"/>
              <a:ext cx="1047548" cy="698500"/>
            </a:xfrm>
            <a:custGeom>
              <a:avLst/>
              <a:gdLst/>
              <a:ahLst/>
              <a:cxnLst/>
              <a:rect r="r" b="b" t="t" l="l"/>
              <a:pathLst>
                <a:path h="698500" w="1047548">
                  <a:moveTo>
                    <a:pt x="1039191" y="372485"/>
                  </a:moveTo>
                  <a:lnTo>
                    <a:pt x="863028" y="675265"/>
                  </a:lnTo>
                  <a:cubicBezTo>
                    <a:pt x="854659" y="689650"/>
                    <a:pt x="839271" y="698500"/>
                    <a:pt x="822629" y="698500"/>
                  </a:cubicBezTo>
                  <a:lnTo>
                    <a:pt x="224919" y="698500"/>
                  </a:lnTo>
                  <a:cubicBezTo>
                    <a:pt x="208276" y="698500"/>
                    <a:pt x="192889" y="689650"/>
                    <a:pt x="184520" y="675265"/>
                  </a:cubicBezTo>
                  <a:lnTo>
                    <a:pt x="8356" y="372485"/>
                  </a:lnTo>
                  <a:cubicBezTo>
                    <a:pt x="0" y="358122"/>
                    <a:pt x="0" y="340378"/>
                    <a:pt x="8356" y="326015"/>
                  </a:cubicBezTo>
                  <a:lnTo>
                    <a:pt x="184520" y="23235"/>
                  </a:lnTo>
                  <a:cubicBezTo>
                    <a:pt x="192889" y="8850"/>
                    <a:pt x="208276" y="0"/>
                    <a:pt x="224919" y="0"/>
                  </a:cubicBezTo>
                  <a:lnTo>
                    <a:pt x="822629" y="0"/>
                  </a:lnTo>
                  <a:cubicBezTo>
                    <a:pt x="839271" y="0"/>
                    <a:pt x="854659" y="8850"/>
                    <a:pt x="863028" y="23235"/>
                  </a:cubicBezTo>
                  <a:lnTo>
                    <a:pt x="1039191" y="326015"/>
                  </a:lnTo>
                  <a:cubicBezTo>
                    <a:pt x="1047548" y="340378"/>
                    <a:pt x="1047548" y="358122"/>
                    <a:pt x="1039191" y="372485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114300" y="-66675"/>
              <a:ext cx="829272" cy="765175"/>
            </a:xfrm>
            <a:prstGeom prst="rect">
              <a:avLst/>
            </a:prstGeom>
          </p:spPr>
          <p:txBody>
            <a:bodyPr anchor="ctr" rtlCol="false" tIns="59834" lIns="59834" bIns="59834" rIns="59834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682396" y="1732419"/>
            <a:ext cx="9844078" cy="7078198"/>
            <a:chOff x="0" y="0"/>
            <a:chExt cx="971446" cy="6985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4531" y="0"/>
              <a:ext cx="962385" cy="698500"/>
            </a:xfrm>
            <a:custGeom>
              <a:avLst/>
              <a:gdLst/>
              <a:ahLst/>
              <a:cxnLst/>
              <a:rect r="r" b="b" t="t" l="l"/>
              <a:pathLst>
                <a:path h="698500" w="962385">
                  <a:moveTo>
                    <a:pt x="955050" y="369643"/>
                  </a:moveTo>
                  <a:lnTo>
                    <a:pt x="775580" y="678107"/>
                  </a:lnTo>
                  <a:cubicBezTo>
                    <a:pt x="768234" y="690733"/>
                    <a:pt x="754729" y="698500"/>
                    <a:pt x="740121" y="698500"/>
                  </a:cubicBezTo>
                  <a:lnTo>
                    <a:pt x="222263" y="698500"/>
                  </a:lnTo>
                  <a:cubicBezTo>
                    <a:pt x="207655" y="698500"/>
                    <a:pt x="194150" y="690733"/>
                    <a:pt x="186804" y="678107"/>
                  </a:cubicBezTo>
                  <a:lnTo>
                    <a:pt x="7334" y="369643"/>
                  </a:lnTo>
                  <a:cubicBezTo>
                    <a:pt x="0" y="357037"/>
                    <a:pt x="0" y="341463"/>
                    <a:pt x="7334" y="328857"/>
                  </a:cubicBezTo>
                  <a:lnTo>
                    <a:pt x="186804" y="20393"/>
                  </a:lnTo>
                  <a:cubicBezTo>
                    <a:pt x="194150" y="7767"/>
                    <a:pt x="207655" y="0"/>
                    <a:pt x="222263" y="0"/>
                  </a:cubicBezTo>
                  <a:lnTo>
                    <a:pt x="740121" y="0"/>
                  </a:lnTo>
                  <a:cubicBezTo>
                    <a:pt x="754729" y="0"/>
                    <a:pt x="768234" y="7767"/>
                    <a:pt x="775580" y="20393"/>
                  </a:cubicBezTo>
                  <a:lnTo>
                    <a:pt x="955050" y="328857"/>
                  </a:lnTo>
                  <a:cubicBezTo>
                    <a:pt x="962385" y="341463"/>
                    <a:pt x="962385" y="357037"/>
                    <a:pt x="955050" y="369643"/>
                  </a:cubicBezTo>
                  <a:close/>
                </a:path>
              </a:pathLst>
            </a:custGeom>
            <a:blipFill>
              <a:blip r:embed="rId15"/>
              <a:stretch>
                <a:fillRect l="-4831" t="0" r="-4831" b="0"/>
              </a:stretch>
            </a:blipFill>
            <a:ln w="209550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356825" y="2652166"/>
            <a:ext cx="6459624" cy="2802339"/>
            <a:chOff x="0" y="0"/>
            <a:chExt cx="1873572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873572" cy="812800"/>
            </a:xfrm>
            <a:custGeom>
              <a:avLst/>
              <a:gdLst/>
              <a:ahLst/>
              <a:cxnLst/>
              <a:rect r="r" b="b" t="t" l="l"/>
              <a:pathLst>
                <a:path h="812800" w="1873572">
                  <a:moveTo>
                    <a:pt x="0" y="0"/>
                  </a:moveTo>
                  <a:lnTo>
                    <a:pt x="1873572" y="0"/>
                  </a:lnTo>
                  <a:lnTo>
                    <a:pt x="1873572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6"/>
              <a:stretch>
                <a:fillRect l="-153" t="0" r="-153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253855" y="5454505"/>
            <a:ext cx="3676649" cy="2802339"/>
            <a:chOff x="0" y="0"/>
            <a:chExt cx="1066388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66388" cy="812800"/>
            </a:xfrm>
            <a:custGeom>
              <a:avLst/>
              <a:gdLst/>
              <a:ahLst/>
              <a:cxnLst/>
              <a:rect r="r" b="b" t="t" l="l"/>
              <a:pathLst>
                <a:path h="812800" w="1066388">
                  <a:moveTo>
                    <a:pt x="0" y="0"/>
                  </a:moveTo>
                  <a:lnTo>
                    <a:pt x="1066388" y="0"/>
                  </a:lnTo>
                  <a:lnTo>
                    <a:pt x="106638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7"/>
              <a:stretch>
                <a:fillRect l="0" t="-4611" r="0" b="-4611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928726" y="2652166"/>
            <a:ext cx="6459624" cy="2802339"/>
            <a:chOff x="0" y="0"/>
            <a:chExt cx="1873572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6000">
              <a:off x="-708" y="-1634"/>
              <a:ext cx="1874987" cy="816069"/>
            </a:xfrm>
            <a:custGeom>
              <a:avLst/>
              <a:gdLst/>
              <a:ahLst/>
              <a:cxnLst/>
              <a:rect r="r" b="b" t="t" l="l"/>
              <a:pathLst>
                <a:path h="816069" w="1874987">
                  <a:moveTo>
                    <a:pt x="0" y="3270"/>
                  </a:moveTo>
                  <a:lnTo>
                    <a:pt x="1873569" y="0"/>
                  </a:lnTo>
                  <a:lnTo>
                    <a:pt x="1874988" y="812798"/>
                  </a:lnTo>
                  <a:lnTo>
                    <a:pt x="1419" y="816068"/>
                  </a:lnTo>
                  <a:close/>
                </a:path>
              </a:pathLst>
            </a:custGeom>
            <a:blipFill>
              <a:blip r:embed="rId18"/>
              <a:stretch>
                <a:fillRect l="-323" t="-135680" r="0" b="-158338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6928726" y="5454505"/>
            <a:ext cx="3676649" cy="2802339"/>
            <a:chOff x="0" y="0"/>
            <a:chExt cx="1066388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66388" cy="812800"/>
            </a:xfrm>
            <a:custGeom>
              <a:avLst/>
              <a:gdLst/>
              <a:ahLst/>
              <a:cxnLst/>
              <a:rect r="r" b="b" t="t" l="l"/>
              <a:pathLst>
                <a:path h="812800" w="1066388">
                  <a:moveTo>
                    <a:pt x="0" y="0"/>
                  </a:moveTo>
                  <a:lnTo>
                    <a:pt x="1066388" y="0"/>
                  </a:lnTo>
                  <a:lnTo>
                    <a:pt x="106638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-27919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17743424" y="9684445"/>
            <a:ext cx="380949" cy="446742"/>
          </a:xfrm>
          <a:custGeom>
            <a:avLst/>
            <a:gdLst/>
            <a:ahLst/>
            <a:cxnLst/>
            <a:rect r="r" b="b" t="t" l="l"/>
            <a:pathLst>
              <a:path h="446742" w="380949">
                <a:moveTo>
                  <a:pt x="0" y="0"/>
                </a:moveTo>
                <a:lnTo>
                  <a:pt x="380949" y="0"/>
                </a:lnTo>
                <a:lnTo>
                  <a:pt x="380949" y="446742"/>
                </a:lnTo>
                <a:lnTo>
                  <a:pt x="0" y="44674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217786" y="376874"/>
            <a:ext cx="11009129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4"/>
              </a:lnSpc>
            </a:pPr>
            <a:r>
              <a:rPr lang="en-US" sz="6499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ARTEFACTOS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8700" y="1687468"/>
            <a:ext cx="57877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Evidencia de Artefactos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3930504" y="5397355"/>
            <a:ext cx="2699635" cy="467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17">
                <a:solidFill>
                  <a:srgbClr val="23403D"/>
                </a:solidFill>
                <a:latin typeface="Open Sans"/>
                <a:ea typeface="Open Sans"/>
                <a:cs typeface="Open Sans"/>
                <a:sym typeface="Open Sans"/>
              </a:rPr>
              <a:t>Modulo de Login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605375" y="5444980"/>
            <a:ext cx="3143050" cy="947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17">
                <a:solidFill>
                  <a:srgbClr val="23403D"/>
                </a:solidFill>
                <a:latin typeface="Open Sans"/>
                <a:ea typeface="Open Sans"/>
                <a:cs typeface="Open Sans"/>
                <a:sym typeface="Open Sans"/>
              </a:rPr>
              <a:t>Modulo de Registro</a:t>
            </a:r>
          </a:p>
          <a:p>
            <a:pPr algn="ctr">
              <a:lnSpc>
                <a:spcPts val="3805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4000500" y="-4000500"/>
            <a:ext cx="10287000" cy="18288000"/>
          </a:xfrm>
          <a:custGeom>
            <a:avLst/>
            <a:gdLst/>
            <a:ahLst/>
            <a:cxnLst/>
            <a:rect r="r" b="b" t="t" l="l"/>
            <a:pathLst>
              <a:path h="18288000" w="10287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888" t="0" r="-12888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5400000">
            <a:off x="513789" y="1763710"/>
            <a:ext cx="500647" cy="438066"/>
            <a:chOff x="0" y="0"/>
            <a:chExt cx="812800" cy="7112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60851" y="89740"/>
              <a:ext cx="691098" cy="621460"/>
            </a:xfrm>
            <a:custGeom>
              <a:avLst/>
              <a:gdLst/>
              <a:ahLst/>
              <a:cxnLst/>
              <a:rect r="r" b="b" t="t" l="l"/>
              <a:pathLst>
                <a:path h="621460" w="691098">
                  <a:moveTo>
                    <a:pt x="422271" y="44524"/>
                  </a:moveTo>
                  <a:lnTo>
                    <a:pt x="675227" y="487196"/>
                  </a:lnTo>
                  <a:cubicBezTo>
                    <a:pt x="691098" y="514971"/>
                    <a:pt x="690984" y="549095"/>
                    <a:pt x="674928" y="576763"/>
                  </a:cubicBezTo>
                  <a:cubicBezTo>
                    <a:pt x="658871" y="604431"/>
                    <a:pt x="629300" y="621460"/>
                    <a:pt x="597311" y="621460"/>
                  </a:cubicBezTo>
                  <a:lnTo>
                    <a:pt x="93787" y="621460"/>
                  </a:lnTo>
                  <a:cubicBezTo>
                    <a:pt x="61798" y="621460"/>
                    <a:pt x="32227" y="604431"/>
                    <a:pt x="16170" y="576763"/>
                  </a:cubicBezTo>
                  <a:cubicBezTo>
                    <a:pt x="114" y="549095"/>
                    <a:pt x="0" y="514971"/>
                    <a:pt x="15871" y="487196"/>
                  </a:cubicBezTo>
                  <a:lnTo>
                    <a:pt x="268827" y="44524"/>
                  </a:lnTo>
                  <a:cubicBezTo>
                    <a:pt x="284560" y="16991"/>
                    <a:pt x="313839" y="0"/>
                    <a:pt x="345549" y="0"/>
                  </a:cubicBezTo>
                  <a:cubicBezTo>
                    <a:pt x="377259" y="0"/>
                    <a:pt x="406538" y="16991"/>
                    <a:pt x="422271" y="44524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5566952" y="-4117942"/>
            <a:ext cx="11145501" cy="9752314"/>
            <a:chOff x="0" y="0"/>
            <a:chExt cx="812800" cy="711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0933" y="16124"/>
              <a:ext cx="790933" cy="695076"/>
            </a:xfrm>
            <a:custGeom>
              <a:avLst/>
              <a:gdLst/>
              <a:ahLst/>
              <a:cxnLst/>
              <a:rect r="r" b="b" t="t" l="l"/>
              <a:pathLst>
                <a:path h="695076" w="790933">
                  <a:moveTo>
                    <a:pt x="409252" y="8000"/>
                  </a:moveTo>
                  <a:lnTo>
                    <a:pt x="788082" y="670952"/>
                  </a:lnTo>
                  <a:cubicBezTo>
                    <a:pt x="790934" y="675942"/>
                    <a:pt x="790913" y="682074"/>
                    <a:pt x="788028" y="687045"/>
                  </a:cubicBezTo>
                  <a:cubicBezTo>
                    <a:pt x="785143" y="692016"/>
                    <a:pt x="779830" y="695076"/>
                    <a:pt x="774082" y="695076"/>
                  </a:cubicBezTo>
                  <a:lnTo>
                    <a:pt x="16852" y="695076"/>
                  </a:lnTo>
                  <a:cubicBezTo>
                    <a:pt x="11104" y="695076"/>
                    <a:pt x="5791" y="692016"/>
                    <a:pt x="2906" y="687045"/>
                  </a:cubicBezTo>
                  <a:cubicBezTo>
                    <a:pt x="21" y="682074"/>
                    <a:pt x="0" y="675942"/>
                    <a:pt x="2852" y="670952"/>
                  </a:cubicBezTo>
                  <a:lnTo>
                    <a:pt x="381682" y="8000"/>
                  </a:lnTo>
                  <a:cubicBezTo>
                    <a:pt x="384509" y="3053"/>
                    <a:pt x="389769" y="0"/>
                    <a:pt x="395467" y="0"/>
                  </a:cubicBezTo>
                  <a:cubicBezTo>
                    <a:pt x="401165" y="0"/>
                    <a:pt x="406425" y="3053"/>
                    <a:pt x="409252" y="8000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10800000">
            <a:off x="15322247" y="-360618"/>
            <a:ext cx="4180138" cy="3657620"/>
            <a:chOff x="0" y="0"/>
            <a:chExt cx="812800" cy="711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29152" y="42992"/>
              <a:ext cx="754496" cy="668208"/>
            </a:xfrm>
            <a:custGeom>
              <a:avLst/>
              <a:gdLst/>
              <a:ahLst/>
              <a:cxnLst/>
              <a:rect r="r" b="b" t="t" l="l"/>
              <a:pathLst>
                <a:path h="668208" w="754496">
                  <a:moveTo>
                    <a:pt x="414003" y="21330"/>
                  </a:moveTo>
                  <a:lnTo>
                    <a:pt x="746893" y="603886"/>
                  </a:lnTo>
                  <a:cubicBezTo>
                    <a:pt x="754496" y="617192"/>
                    <a:pt x="754441" y="633540"/>
                    <a:pt x="746749" y="646795"/>
                  </a:cubicBezTo>
                  <a:cubicBezTo>
                    <a:pt x="739057" y="660050"/>
                    <a:pt x="724890" y="668208"/>
                    <a:pt x="709565" y="668208"/>
                  </a:cubicBezTo>
                  <a:lnTo>
                    <a:pt x="44931" y="668208"/>
                  </a:lnTo>
                  <a:cubicBezTo>
                    <a:pt x="29606" y="668208"/>
                    <a:pt x="15439" y="660050"/>
                    <a:pt x="7747" y="646795"/>
                  </a:cubicBezTo>
                  <a:cubicBezTo>
                    <a:pt x="55" y="633540"/>
                    <a:pt x="0" y="617192"/>
                    <a:pt x="7603" y="603886"/>
                  </a:cubicBezTo>
                  <a:lnTo>
                    <a:pt x="340493" y="21330"/>
                  </a:lnTo>
                  <a:cubicBezTo>
                    <a:pt x="348030" y="8140"/>
                    <a:pt x="362056" y="0"/>
                    <a:pt x="377248" y="0"/>
                  </a:cubicBezTo>
                  <a:cubicBezTo>
                    <a:pt x="392440" y="0"/>
                    <a:pt x="406466" y="8140"/>
                    <a:pt x="414003" y="21330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89648" y="3035095"/>
            <a:ext cx="8794187" cy="7694914"/>
            <a:chOff x="0" y="0"/>
            <a:chExt cx="812800" cy="711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3857" y="20435"/>
              <a:ext cx="785086" cy="690765"/>
            </a:xfrm>
            <a:custGeom>
              <a:avLst/>
              <a:gdLst/>
              <a:ahLst/>
              <a:cxnLst/>
              <a:rect r="r" b="b" t="t" l="l"/>
              <a:pathLst>
                <a:path h="690765" w="785086">
                  <a:moveTo>
                    <a:pt x="410014" y="10139"/>
                  </a:moveTo>
                  <a:lnTo>
                    <a:pt x="781472" y="660191"/>
                  </a:lnTo>
                  <a:cubicBezTo>
                    <a:pt x="785086" y="666516"/>
                    <a:pt x="785060" y="674286"/>
                    <a:pt x="781404" y="680587"/>
                  </a:cubicBezTo>
                  <a:cubicBezTo>
                    <a:pt x="777748" y="686887"/>
                    <a:pt x="771014" y="690765"/>
                    <a:pt x="763729" y="690765"/>
                  </a:cubicBezTo>
                  <a:lnTo>
                    <a:pt x="21357" y="690765"/>
                  </a:lnTo>
                  <a:cubicBezTo>
                    <a:pt x="14072" y="690765"/>
                    <a:pt x="7338" y="686887"/>
                    <a:pt x="3682" y="680587"/>
                  </a:cubicBezTo>
                  <a:cubicBezTo>
                    <a:pt x="26" y="674286"/>
                    <a:pt x="0" y="666516"/>
                    <a:pt x="3614" y="660191"/>
                  </a:cubicBezTo>
                  <a:lnTo>
                    <a:pt x="375072" y="10139"/>
                  </a:lnTo>
                  <a:cubicBezTo>
                    <a:pt x="378655" y="3870"/>
                    <a:pt x="385322" y="0"/>
                    <a:pt x="392543" y="0"/>
                  </a:cubicBezTo>
                  <a:cubicBezTo>
                    <a:pt x="399764" y="0"/>
                    <a:pt x="406431" y="3870"/>
                    <a:pt x="410014" y="10139"/>
                  </a:cubicBezTo>
                  <a:close/>
                </a:path>
              </a:pathLst>
            </a:custGeom>
            <a:solidFill>
              <a:srgbClr val="23403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5566952" y="7663450"/>
            <a:ext cx="3885376" cy="3399704"/>
            <a:chOff x="0" y="0"/>
            <a:chExt cx="812800" cy="711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1363" y="46254"/>
              <a:ext cx="750073" cy="664946"/>
            </a:xfrm>
            <a:custGeom>
              <a:avLst/>
              <a:gdLst/>
              <a:ahLst/>
              <a:cxnLst/>
              <a:rect r="r" b="b" t="t" l="l"/>
              <a:pathLst>
                <a:path h="664946" w="750073">
                  <a:moveTo>
                    <a:pt x="414581" y="22948"/>
                  </a:moveTo>
                  <a:lnTo>
                    <a:pt x="741893" y="595744"/>
                  </a:lnTo>
                  <a:cubicBezTo>
                    <a:pt x="750074" y="610060"/>
                    <a:pt x="750015" y="627648"/>
                    <a:pt x="741739" y="641908"/>
                  </a:cubicBezTo>
                  <a:cubicBezTo>
                    <a:pt x="733463" y="656169"/>
                    <a:pt x="718222" y="664946"/>
                    <a:pt x="701734" y="664946"/>
                  </a:cubicBezTo>
                  <a:lnTo>
                    <a:pt x="48340" y="664946"/>
                  </a:lnTo>
                  <a:cubicBezTo>
                    <a:pt x="31852" y="664946"/>
                    <a:pt x="16611" y="656169"/>
                    <a:pt x="8335" y="641908"/>
                  </a:cubicBezTo>
                  <a:cubicBezTo>
                    <a:pt x="59" y="627648"/>
                    <a:pt x="0" y="610060"/>
                    <a:pt x="8181" y="595744"/>
                  </a:cubicBezTo>
                  <a:lnTo>
                    <a:pt x="335493" y="22948"/>
                  </a:lnTo>
                  <a:cubicBezTo>
                    <a:pt x="343602" y="8757"/>
                    <a:pt x="358693" y="0"/>
                    <a:pt x="375037" y="0"/>
                  </a:cubicBezTo>
                  <a:cubicBezTo>
                    <a:pt x="391381" y="0"/>
                    <a:pt x="406472" y="8757"/>
                    <a:pt x="414581" y="22948"/>
                  </a:cubicBezTo>
                  <a:close/>
                </a:path>
              </a:pathLst>
            </a:custGeom>
            <a:solidFill>
              <a:srgbClr val="1D7363">
                <a:alpha val="89804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27000" y="263525"/>
              <a:ext cx="558800" cy="396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-465592" y="9702769"/>
            <a:ext cx="2021342" cy="793377"/>
          </a:xfrm>
          <a:custGeom>
            <a:avLst/>
            <a:gdLst/>
            <a:ahLst/>
            <a:cxnLst/>
            <a:rect r="r" b="b" t="t" l="l"/>
            <a:pathLst>
              <a:path h="793377" w="2021342">
                <a:moveTo>
                  <a:pt x="0" y="0"/>
                </a:moveTo>
                <a:lnTo>
                  <a:pt x="2021342" y="0"/>
                </a:lnTo>
                <a:lnTo>
                  <a:pt x="2021342" y="793376"/>
                </a:lnTo>
                <a:lnTo>
                  <a:pt x="0" y="7933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6106620" y="303325"/>
            <a:ext cx="4035505" cy="818745"/>
            <a:chOff x="0" y="0"/>
            <a:chExt cx="5380674" cy="10916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2599374" y="0"/>
              <a:ext cx="2781300" cy="1091660"/>
            </a:xfrm>
            <a:custGeom>
              <a:avLst/>
              <a:gdLst/>
              <a:ahLst/>
              <a:cxnLst/>
              <a:rect r="r" b="b" t="t" l="l"/>
              <a:pathLst>
                <a:path h="1091660" w="2781300">
                  <a:moveTo>
                    <a:pt x="0" y="0"/>
                  </a:moveTo>
                  <a:lnTo>
                    <a:pt x="2781300" y="0"/>
                  </a:lnTo>
                  <a:lnTo>
                    <a:pt x="2781300" y="1091660"/>
                  </a:lnTo>
                  <a:lnTo>
                    <a:pt x="0" y="1091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87304" cy="1091660"/>
            </a:xfrm>
            <a:custGeom>
              <a:avLst/>
              <a:gdLst/>
              <a:ahLst/>
              <a:cxnLst/>
              <a:rect r="r" b="b" t="t" l="l"/>
              <a:pathLst>
                <a:path h="1091660" w="2487304">
                  <a:moveTo>
                    <a:pt x="0" y="0"/>
                  </a:moveTo>
                  <a:lnTo>
                    <a:pt x="2487304" y="0"/>
                  </a:lnTo>
                  <a:lnTo>
                    <a:pt x="2487304" y="1091660"/>
                  </a:lnTo>
                  <a:lnTo>
                    <a:pt x="0" y="1091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-11819" b="0"/>
              </a:stretch>
            </a:blip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17674864" y="9720423"/>
            <a:ext cx="899017" cy="732699"/>
          </a:xfrm>
          <a:custGeom>
            <a:avLst/>
            <a:gdLst/>
            <a:ahLst/>
            <a:cxnLst/>
            <a:rect r="r" b="b" t="t" l="l"/>
            <a:pathLst>
              <a:path h="732699" w="899017">
                <a:moveTo>
                  <a:pt x="0" y="0"/>
                </a:moveTo>
                <a:lnTo>
                  <a:pt x="899018" y="0"/>
                </a:lnTo>
                <a:lnTo>
                  <a:pt x="899018" y="732699"/>
                </a:lnTo>
                <a:lnTo>
                  <a:pt x="0" y="7326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true" flipV="false" rot="-2199196">
            <a:off x="-1587894" y="-1960574"/>
            <a:ext cx="3285470" cy="3108876"/>
          </a:xfrm>
          <a:custGeom>
            <a:avLst/>
            <a:gdLst/>
            <a:ahLst/>
            <a:cxnLst/>
            <a:rect r="r" b="b" t="t" l="l"/>
            <a:pathLst>
              <a:path h="3108876" w="3285470">
                <a:moveTo>
                  <a:pt x="3285469" y="0"/>
                </a:moveTo>
                <a:lnTo>
                  <a:pt x="0" y="0"/>
                </a:lnTo>
                <a:lnTo>
                  <a:pt x="0" y="3108876"/>
                </a:lnTo>
                <a:lnTo>
                  <a:pt x="3285469" y="3108876"/>
                </a:lnTo>
                <a:lnTo>
                  <a:pt x="3285469" y="0"/>
                </a:lnTo>
                <a:close/>
              </a:path>
            </a:pathLst>
          </a:custGeom>
          <a:blipFill>
            <a:blip r:embed="rId9">
              <a:alphaModFix amt="5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345811" y="-3811475"/>
            <a:ext cx="1992249" cy="4114800"/>
          </a:xfrm>
          <a:custGeom>
            <a:avLst/>
            <a:gdLst/>
            <a:ahLst/>
            <a:cxnLst/>
            <a:rect r="r" b="b" t="t" l="l"/>
            <a:pathLst>
              <a:path h="4114800" w="1992249">
                <a:moveTo>
                  <a:pt x="0" y="0"/>
                </a:moveTo>
                <a:lnTo>
                  <a:pt x="1992249" y="0"/>
                </a:lnTo>
                <a:lnTo>
                  <a:pt x="19922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789907" y="1468192"/>
            <a:ext cx="8279350" cy="7606653"/>
          </a:xfrm>
          <a:custGeom>
            <a:avLst/>
            <a:gdLst/>
            <a:ahLst/>
            <a:cxnLst/>
            <a:rect r="r" b="b" t="t" l="l"/>
            <a:pathLst>
              <a:path h="7606653" w="8279350">
                <a:moveTo>
                  <a:pt x="0" y="0"/>
                </a:moveTo>
                <a:lnTo>
                  <a:pt x="8279350" y="0"/>
                </a:lnTo>
                <a:lnTo>
                  <a:pt x="8279350" y="7606653"/>
                </a:lnTo>
                <a:lnTo>
                  <a:pt x="0" y="7606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90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6" id="26"/>
          <p:cNvGrpSpPr/>
          <p:nvPr/>
        </p:nvGrpSpPr>
        <p:grpSpPr>
          <a:xfrm rot="0">
            <a:off x="14374932" y="1468192"/>
            <a:ext cx="11520205" cy="7606653"/>
            <a:chOff x="0" y="0"/>
            <a:chExt cx="1057872" cy="6985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5162" y="0"/>
              <a:ext cx="1047548" cy="698500"/>
            </a:xfrm>
            <a:custGeom>
              <a:avLst/>
              <a:gdLst/>
              <a:ahLst/>
              <a:cxnLst/>
              <a:rect r="r" b="b" t="t" l="l"/>
              <a:pathLst>
                <a:path h="698500" w="1047548">
                  <a:moveTo>
                    <a:pt x="1039191" y="372485"/>
                  </a:moveTo>
                  <a:lnTo>
                    <a:pt x="863028" y="675265"/>
                  </a:lnTo>
                  <a:cubicBezTo>
                    <a:pt x="854659" y="689650"/>
                    <a:pt x="839271" y="698500"/>
                    <a:pt x="822629" y="698500"/>
                  </a:cubicBezTo>
                  <a:lnTo>
                    <a:pt x="224919" y="698500"/>
                  </a:lnTo>
                  <a:cubicBezTo>
                    <a:pt x="208276" y="698500"/>
                    <a:pt x="192889" y="689650"/>
                    <a:pt x="184520" y="675265"/>
                  </a:cubicBezTo>
                  <a:lnTo>
                    <a:pt x="8356" y="372485"/>
                  </a:lnTo>
                  <a:cubicBezTo>
                    <a:pt x="0" y="358122"/>
                    <a:pt x="0" y="340378"/>
                    <a:pt x="8356" y="326015"/>
                  </a:cubicBezTo>
                  <a:lnTo>
                    <a:pt x="184520" y="23235"/>
                  </a:lnTo>
                  <a:cubicBezTo>
                    <a:pt x="192889" y="8850"/>
                    <a:pt x="208276" y="0"/>
                    <a:pt x="224919" y="0"/>
                  </a:cubicBezTo>
                  <a:lnTo>
                    <a:pt x="822629" y="0"/>
                  </a:lnTo>
                  <a:cubicBezTo>
                    <a:pt x="839271" y="0"/>
                    <a:pt x="854659" y="8850"/>
                    <a:pt x="863028" y="23235"/>
                  </a:cubicBezTo>
                  <a:lnTo>
                    <a:pt x="1039191" y="326015"/>
                  </a:lnTo>
                  <a:cubicBezTo>
                    <a:pt x="1047548" y="340378"/>
                    <a:pt x="1047548" y="358122"/>
                    <a:pt x="1039191" y="372485"/>
                  </a:cubicBezTo>
                  <a:close/>
                </a:path>
              </a:pathLst>
            </a:custGeom>
            <a:solidFill>
              <a:srgbClr val="1D7363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114300" y="-66675"/>
              <a:ext cx="829272" cy="765175"/>
            </a:xfrm>
            <a:prstGeom prst="rect">
              <a:avLst/>
            </a:prstGeom>
          </p:spPr>
          <p:txBody>
            <a:bodyPr anchor="ctr" rtlCol="false" tIns="59834" lIns="59834" bIns="59834" rIns="59834"/>
            <a:lstStyle/>
            <a:p>
              <a:pPr algn="ctr">
                <a:lnSpc>
                  <a:spcPts val="375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682396" y="1732419"/>
            <a:ext cx="9844078" cy="7078198"/>
            <a:chOff x="0" y="0"/>
            <a:chExt cx="971446" cy="6985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4531" y="0"/>
              <a:ext cx="962385" cy="698500"/>
            </a:xfrm>
            <a:custGeom>
              <a:avLst/>
              <a:gdLst/>
              <a:ahLst/>
              <a:cxnLst/>
              <a:rect r="r" b="b" t="t" l="l"/>
              <a:pathLst>
                <a:path h="698500" w="962385">
                  <a:moveTo>
                    <a:pt x="955050" y="369643"/>
                  </a:moveTo>
                  <a:lnTo>
                    <a:pt x="775580" y="678107"/>
                  </a:lnTo>
                  <a:cubicBezTo>
                    <a:pt x="768234" y="690733"/>
                    <a:pt x="754729" y="698500"/>
                    <a:pt x="740121" y="698500"/>
                  </a:cubicBezTo>
                  <a:lnTo>
                    <a:pt x="222263" y="698500"/>
                  </a:lnTo>
                  <a:cubicBezTo>
                    <a:pt x="207655" y="698500"/>
                    <a:pt x="194150" y="690733"/>
                    <a:pt x="186804" y="678107"/>
                  </a:cubicBezTo>
                  <a:lnTo>
                    <a:pt x="7334" y="369643"/>
                  </a:lnTo>
                  <a:cubicBezTo>
                    <a:pt x="0" y="357037"/>
                    <a:pt x="0" y="341463"/>
                    <a:pt x="7334" y="328857"/>
                  </a:cubicBezTo>
                  <a:lnTo>
                    <a:pt x="186804" y="20393"/>
                  </a:lnTo>
                  <a:cubicBezTo>
                    <a:pt x="194150" y="7767"/>
                    <a:pt x="207655" y="0"/>
                    <a:pt x="222263" y="0"/>
                  </a:cubicBezTo>
                  <a:lnTo>
                    <a:pt x="740121" y="0"/>
                  </a:lnTo>
                  <a:cubicBezTo>
                    <a:pt x="754729" y="0"/>
                    <a:pt x="768234" y="7767"/>
                    <a:pt x="775580" y="20393"/>
                  </a:cubicBezTo>
                  <a:lnTo>
                    <a:pt x="955050" y="328857"/>
                  </a:lnTo>
                  <a:cubicBezTo>
                    <a:pt x="962385" y="341463"/>
                    <a:pt x="962385" y="357037"/>
                    <a:pt x="955050" y="369643"/>
                  </a:cubicBezTo>
                  <a:close/>
                </a:path>
              </a:pathLst>
            </a:custGeom>
            <a:blipFill>
              <a:blip r:embed="rId15"/>
              <a:stretch>
                <a:fillRect l="-4831" t="0" r="-4831" b="0"/>
              </a:stretch>
            </a:blipFill>
            <a:ln w="209550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0" y="2652166"/>
            <a:ext cx="6816449" cy="2855301"/>
            <a:chOff x="0" y="0"/>
            <a:chExt cx="1940395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940395" cy="812800"/>
            </a:xfrm>
            <a:custGeom>
              <a:avLst/>
              <a:gdLst/>
              <a:ahLst/>
              <a:cxnLst/>
              <a:rect r="r" b="b" t="t" l="l"/>
              <a:pathLst>
                <a:path h="812800" w="1940395">
                  <a:moveTo>
                    <a:pt x="0" y="0"/>
                  </a:moveTo>
                  <a:lnTo>
                    <a:pt x="1940395" y="0"/>
                  </a:lnTo>
                  <a:lnTo>
                    <a:pt x="1940395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6"/>
              <a:stretch>
                <a:fillRect l="0" t="-580" r="0" b="-58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519611" y="2622482"/>
            <a:ext cx="6459624" cy="2802339"/>
            <a:chOff x="0" y="0"/>
            <a:chExt cx="1873572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873572" cy="812800"/>
            </a:xfrm>
            <a:custGeom>
              <a:avLst/>
              <a:gdLst/>
              <a:ahLst/>
              <a:cxnLst/>
              <a:rect r="r" b="b" t="t" l="l"/>
              <a:pathLst>
                <a:path h="812800" w="1873572">
                  <a:moveTo>
                    <a:pt x="0" y="0"/>
                  </a:moveTo>
                  <a:lnTo>
                    <a:pt x="1873572" y="0"/>
                  </a:lnTo>
                  <a:lnTo>
                    <a:pt x="1873572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7"/>
              <a:stretch>
                <a:fillRect l="0" t="0" r="-20926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0" y="5507467"/>
            <a:ext cx="3746135" cy="2855301"/>
            <a:chOff x="0" y="0"/>
            <a:chExt cx="1066388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66388" cy="812800"/>
            </a:xfrm>
            <a:custGeom>
              <a:avLst/>
              <a:gdLst/>
              <a:ahLst/>
              <a:cxnLst/>
              <a:rect r="r" b="b" t="t" l="l"/>
              <a:pathLst>
                <a:path h="812800" w="1066388">
                  <a:moveTo>
                    <a:pt x="0" y="0"/>
                  </a:moveTo>
                  <a:lnTo>
                    <a:pt x="1066388" y="0"/>
                  </a:lnTo>
                  <a:lnTo>
                    <a:pt x="106638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8"/>
              <a:stretch>
                <a:fillRect l="0" t="-5774" r="0" b="-1952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7416641" y="5424821"/>
            <a:ext cx="3676649" cy="2802339"/>
            <a:chOff x="0" y="0"/>
            <a:chExt cx="1066388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66388" cy="812800"/>
            </a:xfrm>
            <a:custGeom>
              <a:avLst/>
              <a:gdLst/>
              <a:ahLst/>
              <a:cxnLst/>
              <a:rect r="r" b="b" t="t" l="l"/>
              <a:pathLst>
                <a:path h="812800" w="1066388">
                  <a:moveTo>
                    <a:pt x="0" y="0"/>
                  </a:moveTo>
                  <a:lnTo>
                    <a:pt x="1066388" y="0"/>
                  </a:lnTo>
                  <a:lnTo>
                    <a:pt x="106638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9"/>
              <a:stretch>
                <a:fillRect l="-8666" t="0" r="-118010" b="0"/>
              </a:stretch>
            </a:blip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217786" y="376874"/>
            <a:ext cx="11009129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4"/>
              </a:lnSpc>
            </a:pPr>
            <a:r>
              <a:rPr lang="en-US" sz="6499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ARTEFACTOS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28700" y="1687468"/>
            <a:ext cx="57877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23403D"/>
                </a:solidFill>
                <a:latin typeface="TT Norms Bold"/>
                <a:ea typeface="TT Norms Bold"/>
                <a:cs typeface="TT Norms Bold"/>
                <a:sym typeface="TT Norms Bold"/>
              </a:rPr>
              <a:t>Evidencia de Artefactos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746135" y="5450317"/>
            <a:ext cx="3463566" cy="947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17">
                <a:solidFill>
                  <a:srgbClr val="23403D"/>
                </a:solidFill>
                <a:latin typeface="Open Sans"/>
                <a:ea typeface="Open Sans"/>
                <a:cs typeface="Open Sans"/>
                <a:sym typeface="Open Sans"/>
              </a:rPr>
              <a:t>Modulo de Productos</a:t>
            </a:r>
          </a:p>
          <a:p>
            <a:pPr algn="ctr">
              <a:lnSpc>
                <a:spcPts val="3805"/>
              </a:lnSpc>
            </a:pPr>
            <a:r>
              <a:rPr lang="en-US" sz="2717">
                <a:solidFill>
                  <a:srgbClr val="23403D"/>
                </a:solidFill>
                <a:latin typeface="Open Sans"/>
                <a:ea typeface="Open Sans"/>
                <a:cs typeface="Open Sans"/>
                <a:sym typeface="Open Sans"/>
              </a:rPr>
              <a:t>(CRUD productos)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093290" y="5367671"/>
            <a:ext cx="3829496" cy="467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17">
                <a:solidFill>
                  <a:srgbClr val="23403D"/>
                </a:solidFill>
                <a:latin typeface="Open Sans"/>
                <a:ea typeface="Open Sans"/>
                <a:cs typeface="Open Sans"/>
                <a:sym typeface="Open Sans"/>
              </a:rPr>
              <a:t>Modulo de casetas</a:t>
            </a:r>
          </a:p>
        </p:txBody>
      </p:sp>
      <p:sp>
        <p:nvSpPr>
          <p:cNvPr name="Freeform 43" id="43"/>
          <p:cNvSpPr/>
          <p:nvPr/>
        </p:nvSpPr>
        <p:spPr>
          <a:xfrm flipH="false" flipV="false" rot="0">
            <a:off x="17743424" y="9684445"/>
            <a:ext cx="380949" cy="446742"/>
          </a:xfrm>
          <a:custGeom>
            <a:avLst/>
            <a:gdLst/>
            <a:ahLst/>
            <a:cxnLst/>
            <a:rect r="r" b="b" t="t" l="l"/>
            <a:pathLst>
              <a:path h="446742" w="380949">
                <a:moveTo>
                  <a:pt x="0" y="0"/>
                </a:moveTo>
                <a:lnTo>
                  <a:pt x="380949" y="0"/>
                </a:lnTo>
                <a:lnTo>
                  <a:pt x="380949" y="446742"/>
                </a:lnTo>
                <a:lnTo>
                  <a:pt x="0" y="44674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DAGxxqfuXBQ</dc:identifier>
  <dcterms:modified xsi:type="dcterms:W3CDTF">2011-08-01T06:04:30Z</dcterms:modified>
  <cp:revision>1</cp:revision>
  <dc:title>Proyecto Gestión Quilhuica presentacion</dc:title>
</cp:coreProperties>
</file>