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Norms" charset="1" panose="02000503030000020003"/>
      <p:regular r:id="rId13"/>
    </p:embeddedFont>
    <p:embeddedFont>
      <p:font typeface="TT Norms Bold" charset="1" panose="02000803030000020004"/>
      <p:regular r:id="rId14"/>
    </p:embeddedFont>
    <p:embeddedFont>
      <p:font typeface="Montserrat Bold" charset="1" panose="00000800000000000000"/>
      <p:regular r:id="rId15"/>
    </p:embeddedFont>
    <p:embeddedFont>
      <p:font typeface="Montserrat" charset="1" panose="00000500000000000000"/>
      <p:regular r:id="rId16"/>
    </p:embeddedFont>
    <p:embeddedFont>
      <p:font typeface="League Spartan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22" Target="../media/image4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16" Target="../media/image48.png" Type="http://schemas.openxmlformats.org/officeDocument/2006/relationships/image"/><Relationship Id="rId17" Target="../media/image49.svg" Type="http://schemas.openxmlformats.org/officeDocument/2006/relationships/image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media/image24.png" Type="http://schemas.openxmlformats.org/officeDocument/2006/relationships/imag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50.pn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1.jpeg" Type="http://schemas.openxmlformats.org/officeDocument/2006/relationships/image"/><Relationship Id="rId3" Target="../media/image51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34500" y="-443877"/>
            <a:ext cx="13168026" cy="11316273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758" y="0"/>
              <a:ext cx="803285" cy="698500"/>
            </a:xfrm>
            <a:custGeom>
              <a:avLst/>
              <a:gdLst/>
              <a:ahLst/>
              <a:cxnLst/>
              <a:rect r="r" b="b" t="t" l="l"/>
              <a:pathLst>
                <a:path h="698500" w="803285">
                  <a:moveTo>
                    <a:pt x="799172" y="364495"/>
                  </a:moveTo>
                  <a:lnTo>
                    <a:pt x="613712" y="683255"/>
                  </a:lnTo>
                  <a:cubicBezTo>
                    <a:pt x="608220" y="692693"/>
                    <a:pt x="598124" y="698500"/>
                    <a:pt x="587204" y="698500"/>
                  </a:cubicBezTo>
                  <a:lnTo>
                    <a:pt x="216080" y="698500"/>
                  </a:lnTo>
                  <a:cubicBezTo>
                    <a:pt x="205160" y="698500"/>
                    <a:pt x="195064" y="692693"/>
                    <a:pt x="189572" y="683255"/>
                  </a:cubicBezTo>
                  <a:lnTo>
                    <a:pt x="4112" y="364495"/>
                  </a:lnTo>
                  <a:cubicBezTo>
                    <a:pt x="-1371" y="355071"/>
                    <a:pt x="-1371" y="343429"/>
                    <a:pt x="4112" y="334005"/>
                  </a:cubicBezTo>
                  <a:lnTo>
                    <a:pt x="189572" y="15245"/>
                  </a:lnTo>
                  <a:cubicBezTo>
                    <a:pt x="195064" y="5807"/>
                    <a:pt x="205160" y="0"/>
                    <a:pt x="216080" y="0"/>
                  </a:cubicBezTo>
                  <a:lnTo>
                    <a:pt x="587204" y="0"/>
                  </a:lnTo>
                  <a:cubicBezTo>
                    <a:pt x="598124" y="0"/>
                    <a:pt x="608220" y="5807"/>
                    <a:pt x="613712" y="15245"/>
                  </a:cubicBezTo>
                  <a:lnTo>
                    <a:pt x="799172" y="334005"/>
                  </a:lnTo>
                  <a:cubicBezTo>
                    <a:pt x="804655" y="343429"/>
                    <a:pt x="804655" y="355071"/>
                    <a:pt x="799172" y="364495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86950" y="-2642796"/>
            <a:ext cx="13708112" cy="11783448"/>
            <a:chOff x="0" y="0"/>
            <a:chExt cx="812800" cy="698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569" y="0"/>
              <a:ext cx="803661" cy="698680"/>
            </a:xfrm>
            <a:custGeom>
              <a:avLst/>
              <a:gdLst/>
              <a:ahLst/>
              <a:cxnLst/>
              <a:rect r="r" b="b" t="t" l="l"/>
              <a:pathLst>
                <a:path h="698680" w="803661">
                  <a:moveTo>
                    <a:pt x="799712" y="363986"/>
                  </a:moveTo>
                  <a:lnTo>
                    <a:pt x="613550" y="684035"/>
                  </a:lnTo>
                  <a:cubicBezTo>
                    <a:pt x="608276" y="693102"/>
                    <a:pt x="598578" y="698680"/>
                    <a:pt x="588088" y="698680"/>
                  </a:cubicBezTo>
                  <a:lnTo>
                    <a:pt x="215574" y="698680"/>
                  </a:lnTo>
                  <a:cubicBezTo>
                    <a:pt x="205084" y="698680"/>
                    <a:pt x="195386" y="693102"/>
                    <a:pt x="190112" y="684035"/>
                  </a:cubicBezTo>
                  <a:lnTo>
                    <a:pt x="3950" y="363986"/>
                  </a:lnTo>
                  <a:cubicBezTo>
                    <a:pt x="-1316" y="354932"/>
                    <a:pt x="-1316" y="343748"/>
                    <a:pt x="3950" y="334694"/>
                  </a:cubicBezTo>
                  <a:lnTo>
                    <a:pt x="190112" y="14646"/>
                  </a:lnTo>
                  <a:cubicBezTo>
                    <a:pt x="195386" y="5578"/>
                    <a:pt x="205084" y="0"/>
                    <a:pt x="215574" y="0"/>
                  </a:cubicBezTo>
                  <a:lnTo>
                    <a:pt x="588088" y="0"/>
                  </a:lnTo>
                  <a:cubicBezTo>
                    <a:pt x="598578" y="0"/>
                    <a:pt x="608276" y="5578"/>
                    <a:pt x="613550" y="14646"/>
                  </a:cubicBezTo>
                  <a:lnTo>
                    <a:pt x="799712" y="334694"/>
                  </a:lnTo>
                  <a:cubicBezTo>
                    <a:pt x="804978" y="343748"/>
                    <a:pt x="804978" y="354932"/>
                    <a:pt x="799712" y="3639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66675"/>
              <a:ext cx="584200" cy="765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3349299" y="-2840784"/>
            <a:ext cx="5114374" cy="4395165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125" y="0"/>
              <a:ext cx="800550" cy="698500"/>
            </a:xfrm>
            <a:custGeom>
              <a:avLst/>
              <a:gdLst/>
              <a:ahLst/>
              <a:cxnLst/>
              <a:rect r="r" b="b" t="t" l="l"/>
              <a:pathLst>
                <a:path h="698500" w="800550">
                  <a:moveTo>
                    <a:pt x="795256" y="368876"/>
                  </a:moveTo>
                  <a:lnTo>
                    <a:pt x="614894" y="678874"/>
                  </a:lnTo>
                  <a:cubicBezTo>
                    <a:pt x="607824" y="691025"/>
                    <a:pt x="594827" y="698500"/>
                    <a:pt x="580769" y="698500"/>
                  </a:cubicBezTo>
                  <a:lnTo>
                    <a:pt x="219781" y="698500"/>
                  </a:lnTo>
                  <a:cubicBezTo>
                    <a:pt x="205723" y="698500"/>
                    <a:pt x="192726" y="691025"/>
                    <a:pt x="185656" y="678874"/>
                  </a:cubicBezTo>
                  <a:lnTo>
                    <a:pt x="5294" y="368876"/>
                  </a:lnTo>
                  <a:cubicBezTo>
                    <a:pt x="-1765" y="356744"/>
                    <a:pt x="-1765" y="341756"/>
                    <a:pt x="5294" y="329624"/>
                  </a:cubicBezTo>
                  <a:lnTo>
                    <a:pt x="185656" y="19626"/>
                  </a:lnTo>
                  <a:cubicBezTo>
                    <a:pt x="192726" y="7475"/>
                    <a:pt x="205723" y="0"/>
                    <a:pt x="219781" y="0"/>
                  </a:cubicBezTo>
                  <a:lnTo>
                    <a:pt x="580769" y="0"/>
                  </a:lnTo>
                  <a:cubicBezTo>
                    <a:pt x="594827" y="0"/>
                    <a:pt x="607824" y="7475"/>
                    <a:pt x="614894" y="19626"/>
                  </a:cubicBezTo>
                  <a:lnTo>
                    <a:pt x="795256" y="329624"/>
                  </a:lnTo>
                  <a:cubicBezTo>
                    <a:pt x="802315" y="341756"/>
                    <a:pt x="802315" y="356744"/>
                    <a:pt x="795256" y="36887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74750" y="5812613"/>
            <a:ext cx="4667250" cy="1034903"/>
          </a:xfrm>
          <a:custGeom>
            <a:avLst/>
            <a:gdLst/>
            <a:ahLst/>
            <a:cxnLst/>
            <a:rect r="r" b="b" t="t" l="l"/>
            <a:pathLst>
              <a:path h="1034903" w="4667250">
                <a:moveTo>
                  <a:pt x="0" y="0"/>
                </a:moveTo>
                <a:lnTo>
                  <a:pt x="4667250" y="0"/>
                </a:lnTo>
                <a:lnTo>
                  <a:pt x="4667250" y="1034903"/>
                </a:lnTo>
                <a:lnTo>
                  <a:pt x="0" y="1034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57624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174750" y="5812613"/>
            <a:ext cx="4996602" cy="1073496"/>
            <a:chOff x="0" y="0"/>
            <a:chExt cx="1315978" cy="2827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5978" cy="282731"/>
            </a:xfrm>
            <a:custGeom>
              <a:avLst/>
              <a:gdLst/>
              <a:ahLst/>
              <a:cxnLst/>
              <a:rect r="r" b="b" t="t" l="l"/>
              <a:pathLst>
                <a:path h="282731" w="1315978">
                  <a:moveTo>
                    <a:pt x="23242" y="0"/>
                  </a:moveTo>
                  <a:lnTo>
                    <a:pt x="1292736" y="0"/>
                  </a:lnTo>
                  <a:cubicBezTo>
                    <a:pt x="1305572" y="0"/>
                    <a:pt x="1315978" y="10406"/>
                    <a:pt x="1315978" y="23242"/>
                  </a:cubicBezTo>
                  <a:lnTo>
                    <a:pt x="1315978" y="259490"/>
                  </a:lnTo>
                  <a:cubicBezTo>
                    <a:pt x="1315978" y="265654"/>
                    <a:pt x="1313529" y="271565"/>
                    <a:pt x="1309170" y="275924"/>
                  </a:cubicBezTo>
                  <a:cubicBezTo>
                    <a:pt x="1304812" y="280283"/>
                    <a:pt x="1298900" y="282731"/>
                    <a:pt x="1292736" y="282731"/>
                  </a:cubicBezTo>
                  <a:lnTo>
                    <a:pt x="23242" y="282731"/>
                  </a:lnTo>
                  <a:cubicBezTo>
                    <a:pt x="17078" y="282731"/>
                    <a:pt x="11166" y="280283"/>
                    <a:pt x="6807" y="275924"/>
                  </a:cubicBezTo>
                  <a:cubicBezTo>
                    <a:pt x="2449" y="271565"/>
                    <a:pt x="0" y="265654"/>
                    <a:pt x="0" y="259490"/>
                  </a:cubicBezTo>
                  <a:lnTo>
                    <a:pt x="0" y="23242"/>
                  </a:lnTo>
                  <a:cubicBezTo>
                    <a:pt x="0" y="17078"/>
                    <a:pt x="2449" y="11166"/>
                    <a:pt x="6807" y="6807"/>
                  </a:cubicBezTo>
                  <a:cubicBezTo>
                    <a:pt x="11166" y="2449"/>
                    <a:pt x="17078" y="0"/>
                    <a:pt x="232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315978" cy="34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  <a:r>
                <a:rPr lang="en-US" sz="2500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Proyecto APT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81393" y="7918934"/>
            <a:ext cx="4883744" cy="427327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6612" y="36798"/>
              <a:ext cx="759577" cy="674402"/>
            </a:xfrm>
            <a:custGeom>
              <a:avLst/>
              <a:gdLst/>
              <a:ahLst/>
              <a:cxnLst/>
              <a:rect r="r" b="b" t="t" l="l"/>
              <a:pathLst>
                <a:path h="674402" w="759577">
                  <a:moveTo>
                    <a:pt x="411248" y="18257"/>
                  </a:moveTo>
                  <a:lnTo>
                    <a:pt x="754728" y="619347"/>
                  </a:lnTo>
                  <a:cubicBezTo>
                    <a:pt x="761236" y="630736"/>
                    <a:pt x="761189" y="644728"/>
                    <a:pt x="754605" y="656074"/>
                  </a:cubicBezTo>
                  <a:cubicBezTo>
                    <a:pt x="748021" y="667419"/>
                    <a:pt x="735896" y="674402"/>
                    <a:pt x="722778" y="674402"/>
                  </a:cubicBezTo>
                  <a:lnTo>
                    <a:pt x="36798" y="674402"/>
                  </a:lnTo>
                  <a:cubicBezTo>
                    <a:pt x="23680" y="674402"/>
                    <a:pt x="11555" y="667419"/>
                    <a:pt x="4971" y="656074"/>
                  </a:cubicBezTo>
                  <a:cubicBezTo>
                    <a:pt x="-1613" y="644728"/>
                    <a:pt x="-1660" y="630736"/>
                    <a:pt x="4848" y="619347"/>
                  </a:cubicBezTo>
                  <a:lnTo>
                    <a:pt x="348328" y="18257"/>
                  </a:lnTo>
                  <a:cubicBezTo>
                    <a:pt x="354779" y="6967"/>
                    <a:pt x="366785" y="0"/>
                    <a:pt x="379788" y="0"/>
                  </a:cubicBezTo>
                  <a:cubicBezTo>
                    <a:pt x="392791" y="0"/>
                    <a:pt x="404797" y="6967"/>
                    <a:pt x="411248" y="1825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90000"/>
                  </a:srgbClr>
                </a:gs>
                <a:gs pos="100000">
                  <a:srgbClr val="94B9FF">
                    <a:alpha val="9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185256" y="9686925"/>
            <a:ext cx="3111500" cy="1221264"/>
          </a:xfrm>
          <a:custGeom>
            <a:avLst/>
            <a:gdLst/>
            <a:ahLst/>
            <a:cxnLst/>
            <a:rect r="r" b="b" t="t" l="l"/>
            <a:pathLst>
              <a:path h="1221264" w="3111500">
                <a:moveTo>
                  <a:pt x="0" y="0"/>
                </a:moveTo>
                <a:lnTo>
                  <a:pt x="3111500" y="0"/>
                </a:lnTo>
                <a:lnTo>
                  <a:pt x="3111500" y="1221263"/>
                </a:lnTo>
                <a:lnTo>
                  <a:pt x="0" y="12212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10800000">
            <a:off x="9733712" y="-1378656"/>
            <a:ext cx="3352042" cy="2933037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9079" y="40210"/>
              <a:ext cx="754642" cy="670990"/>
            </a:xfrm>
            <a:custGeom>
              <a:avLst/>
              <a:gdLst/>
              <a:ahLst/>
              <a:cxnLst/>
              <a:rect r="r" b="b" t="t" l="l"/>
              <a:pathLst>
                <a:path h="670990" w="754642">
                  <a:moveTo>
                    <a:pt x="411698" y="19949"/>
                  </a:moveTo>
                  <a:lnTo>
                    <a:pt x="749344" y="610831"/>
                  </a:lnTo>
                  <a:cubicBezTo>
                    <a:pt x="756456" y="623276"/>
                    <a:pt x="756405" y="638565"/>
                    <a:pt x="749210" y="650963"/>
                  </a:cubicBezTo>
                  <a:cubicBezTo>
                    <a:pt x="742016" y="663360"/>
                    <a:pt x="728766" y="670990"/>
                    <a:pt x="714433" y="670990"/>
                  </a:cubicBezTo>
                  <a:lnTo>
                    <a:pt x="40209" y="670990"/>
                  </a:lnTo>
                  <a:cubicBezTo>
                    <a:pt x="25876" y="670990"/>
                    <a:pt x="12626" y="663360"/>
                    <a:pt x="5432" y="650963"/>
                  </a:cubicBezTo>
                  <a:cubicBezTo>
                    <a:pt x="-1763" y="638565"/>
                    <a:pt x="-1814" y="623276"/>
                    <a:pt x="5298" y="610831"/>
                  </a:cubicBezTo>
                  <a:lnTo>
                    <a:pt x="342944" y="19949"/>
                  </a:lnTo>
                  <a:cubicBezTo>
                    <a:pt x="349994" y="7613"/>
                    <a:pt x="363113" y="0"/>
                    <a:pt x="377321" y="0"/>
                  </a:cubicBezTo>
                  <a:cubicBezTo>
                    <a:pt x="391529" y="0"/>
                    <a:pt x="404648" y="7613"/>
                    <a:pt x="411698" y="19949"/>
                  </a:cubicBezTo>
                  <a:close/>
                </a:path>
              </a:pathLst>
            </a:custGeom>
            <a:solidFill>
              <a:srgbClr val="23403D">
                <a:alpha val="8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368234" y="385226"/>
            <a:ext cx="899017" cy="732699"/>
          </a:xfrm>
          <a:custGeom>
            <a:avLst/>
            <a:gdLst/>
            <a:ahLst/>
            <a:cxnLst/>
            <a:rect r="r" b="b" t="t" l="l"/>
            <a:pathLst>
              <a:path h="732699" w="899017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615187" y="-2501277"/>
            <a:ext cx="4656068" cy="4114800"/>
          </a:xfrm>
          <a:custGeom>
            <a:avLst/>
            <a:gdLst/>
            <a:ahLst/>
            <a:cxnLst/>
            <a:rect r="r" b="b" t="t" l="l"/>
            <a:pathLst>
              <a:path h="4114800" w="4656068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185256" y="-339102"/>
            <a:ext cx="3111500" cy="1221264"/>
          </a:xfrm>
          <a:custGeom>
            <a:avLst/>
            <a:gdLst/>
            <a:ahLst/>
            <a:cxnLst/>
            <a:rect r="r" b="b" t="t" l="l"/>
            <a:pathLst>
              <a:path h="1221264" w="3111500">
                <a:moveTo>
                  <a:pt x="0" y="0"/>
                </a:moveTo>
                <a:lnTo>
                  <a:pt x="3111500" y="0"/>
                </a:lnTo>
                <a:lnTo>
                  <a:pt x="3111500" y="1221264"/>
                </a:lnTo>
                <a:lnTo>
                  <a:pt x="0" y="1221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79036" y="882162"/>
            <a:ext cx="7486261" cy="6878003"/>
          </a:xfrm>
          <a:custGeom>
            <a:avLst/>
            <a:gdLst/>
            <a:ahLst/>
            <a:cxnLst/>
            <a:rect r="r" b="b" t="t" l="l"/>
            <a:pathLst>
              <a:path h="6878003" w="7486261">
                <a:moveTo>
                  <a:pt x="0" y="0"/>
                </a:moveTo>
                <a:lnTo>
                  <a:pt x="7486261" y="0"/>
                </a:lnTo>
                <a:lnTo>
                  <a:pt x="7486261" y="6878002"/>
                </a:lnTo>
                <a:lnTo>
                  <a:pt x="0" y="6878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0046427" y="1287867"/>
            <a:ext cx="9137786" cy="7852785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141" y="0"/>
              <a:ext cx="7945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4517">
                  <a:moveTo>
                    <a:pt x="786616" y="378542"/>
                  </a:moveTo>
                  <a:lnTo>
                    <a:pt x="617502" y="669208"/>
                  </a:lnTo>
                  <a:cubicBezTo>
                    <a:pt x="606950" y="687343"/>
                    <a:pt x="587551" y="698500"/>
                    <a:pt x="566569" y="698500"/>
                  </a:cubicBezTo>
                  <a:lnTo>
                    <a:pt x="227949" y="698500"/>
                  </a:lnTo>
                  <a:cubicBezTo>
                    <a:pt x="206967" y="698500"/>
                    <a:pt x="187568" y="687343"/>
                    <a:pt x="177016" y="669208"/>
                  </a:cubicBezTo>
                  <a:lnTo>
                    <a:pt x="7902" y="378542"/>
                  </a:lnTo>
                  <a:cubicBezTo>
                    <a:pt x="-2633" y="360435"/>
                    <a:pt x="-2633" y="338065"/>
                    <a:pt x="7902" y="319958"/>
                  </a:cubicBezTo>
                  <a:lnTo>
                    <a:pt x="177016" y="29293"/>
                  </a:lnTo>
                  <a:cubicBezTo>
                    <a:pt x="187568" y="11157"/>
                    <a:pt x="206967" y="0"/>
                    <a:pt x="227949" y="0"/>
                  </a:cubicBezTo>
                  <a:lnTo>
                    <a:pt x="566569" y="0"/>
                  </a:lnTo>
                  <a:cubicBezTo>
                    <a:pt x="587551" y="0"/>
                    <a:pt x="606950" y="11157"/>
                    <a:pt x="617502" y="29293"/>
                  </a:cubicBezTo>
                  <a:lnTo>
                    <a:pt x="786616" y="319958"/>
                  </a:lnTo>
                  <a:cubicBezTo>
                    <a:pt x="797151" y="338065"/>
                    <a:pt x="797151" y="360435"/>
                    <a:pt x="786616" y="3785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</p:spPr>
          <p:txBody>
            <a:bodyPr anchor="ctr" rtlCol="false" tIns="61771" lIns="61771" bIns="61771" rIns="61771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67167" y="1630928"/>
            <a:ext cx="10502693" cy="7307231"/>
            <a:chOff x="0" y="0"/>
            <a:chExt cx="1003955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965" y="0"/>
              <a:ext cx="992025" cy="698500"/>
            </a:xfrm>
            <a:custGeom>
              <a:avLst/>
              <a:gdLst/>
              <a:ahLst/>
              <a:cxnLst/>
              <a:rect r="r" b="b" t="t" l="l"/>
              <a:pathLst>
                <a:path h="698500" w="992025">
                  <a:moveTo>
                    <a:pt x="986869" y="368364"/>
                  </a:moveTo>
                  <a:lnTo>
                    <a:pt x="805911" y="679386"/>
                  </a:lnTo>
                  <a:cubicBezTo>
                    <a:pt x="799026" y="691220"/>
                    <a:pt x="786367" y="698500"/>
                    <a:pt x="772676" y="698500"/>
                  </a:cubicBezTo>
                  <a:lnTo>
                    <a:pt x="219349" y="698500"/>
                  </a:lnTo>
                  <a:cubicBezTo>
                    <a:pt x="205658" y="698500"/>
                    <a:pt x="192999" y="691220"/>
                    <a:pt x="186114" y="679386"/>
                  </a:cubicBezTo>
                  <a:lnTo>
                    <a:pt x="5156" y="368364"/>
                  </a:lnTo>
                  <a:cubicBezTo>
                    <a:pt x="-1719" y="356549"/>
                    <a:pt x="-1719" y="341951"/>
                    <a:pt x="5156" y="330136"/>
                  </a:cubicBezTo>
                  <a:lnTo>
                    <a:pt x="186114" y="19114"/>
                  </a:lnTo>
                  <a:cubicBezTo>
                    <a:pt x="192999" y="7280"/>
                    <a:pt x="205658" y="0"/>
                    <a:pt x="219349" y="0"/>
                  </a:cubicBezTo>
                  <a:lnTo>
                    <a:pt x="772676" y="0"/>
                  </a:lnTo>
                  <a:cubicBezTo>
                    <a:pt x="786367" y="0"/>
                    <a:pt x="799026" y="7280"/>
                    <a:pt x="805911" y="19114"/>
                  </a:cubicBezTo>
                  <a:lnTo>
                    <a:pt x="986869" y="330136"/>
                  </a:lnTo>
                  <a:cubicBezTo>
                    <a:pt x="993744" y="341951"/>
                    <a:pt x="993744" y="356549"/>
                    <a:pt x="986869" y="368364"/>
                  </a:cubicBezTo>
                  <a:close/>
                </a:path>
              </a:pathLst>
            </a:custGeom>
            <a:blipFill>
              <a:blip r:embed="rId13"/>
              <a:stretch>
                <a:fillRect l="-19014" t="0" r="-6440" b="0"/>
              </a:stretch>
            </a:blipFill>
            <a:ln w="2095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02643" y="1794498"/>
            <a:ext cx="7778750" cy="260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10000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 GESTIÓN QUILHUICA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7251" y="7073900"/>
            <a:ext cx="4904101" cy="261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Fecha:  </a:t>
            </a:r>
            <a:r>
              <a:rPr lang="en-US" sz="2500">
                <a:solidFill>
                  <a:srgbClr val="23403D"/>
                </a:solidFill>
                <a:latin typeface="TT Norms"/>
                <a:ea typeface="TT Norms"/>
                <a:cs typeface="TT Norms"/>
                <a:sym typeface="TT Norms"/>
              </a:rPr>
              <a:t>24 noviembre , 2025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Integrantes:  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Eduardo Velásquez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Marco Oviedo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Felipe Alvarado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Profesor: Carlos Correa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9085" y="1940613"/>
            <a:ext cx="7345209" cy="2993754"/>
            <a:chOff x="0" y="0"/>
            <a:chExt cx="1151087" cy="4691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00" y="0"/>
              <a:ext cx="1135887" cy="469159"/>
            </a:xfrm>
            <a:custGeom>
              <a:avLst/>
              <a:gdLst/>
              <a:ahLst/>
              <a:cxnLst/>
              <a:rect r="r" b="b" t="t" l="l"/>
              <a:pathLst>
                <a:path h="469159" w="1135887">
                  <a:moveTo>
                    <a:pt x="217734" y="0"/>
                  </a:moveTo>
                  <a:lnTo>
                    <a:pt x="1121352" y="0"/>
                  </a:lnTo>
                  <a:cubicBezTo>
                    <a:pt x="1126248" y="0"/>
                    <a:pt x="1130814" y="2464"/>
                    <a:pt x="1133502" y="6557"/>
                  </a:cubicBezTo>
                  <a:cubicBezTo>
                    <a:pt x="1136189" y="10649"/>
                    <a:pt x="1136635" y="15819"/>
                    <a:pt x="1134689" y="20311"/>
                  </a:cubicBezTo>
                  <a:lnTo>
                    <a:pt x="949084" y="448848"/>
                  </a:lnTo>
                  <a:cubicBezTo>
                    <a:pt x="943743" y="461178"/>
                    <a:pt x="931589" y="469159"/>
                    <a:pt x="918152" y="469159"/>
                  </a:cubicBezTo>
                  <a:lnTo>
                    <a:pt x="14534" y="469159"/>
                  </a:lnTo>
                  <a:cubicBezTo>
                    <a:pt x="9639" y="469159"/>
                    <a:pt x="5072" y="466694"/>
                    <a:pt x="2385" y="462602"/>
                  </a:cubicBezTo>
                  <a:cubicBezTo>
                    <a:pt x="-302" y="458510"/>
                    <a:pt x="-749" y="453340"/>
                    <a:pt x="1197" y="448848"/>
                  </a:cubicBezTo>
                  <a:lnTo>
                    <a:pt x="186803" y="20311"/>
                  </a:lnTo>
                  <a:cubicBezTo>
                    <a:pt x="192143" y="7981"/>
                    <a:pt x="204297" y="0"/>
                    <a:pt x="217734" y="0"/>
                  </a:cubicBezTo>
                  <a:close/>
                </a:path>
              </a:pathLst>
            </a:custGeom>
            <a:blipFill>
              <a:blip r:embed="rId3"/>
              <a:stretch>
                <a:fillRect l="216" t="-30454" r="216" b="-3045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883276" y="1910783"/>
            <a:ext cx="1604461" cy="1787229"/>
            <a:chOff x="0" y="0"/>
            <a:chExt cx="812800" cy="905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5744" y="65586"/>
              <a:ext cx="741313" cy="839802"/>
            </a:xfrm>
            <a:custGeom>
              <a:avLst/>
              <a:gdLst/>
              <a:ahLst/>
              <a:cxnLst/>
              <a:rect r="r" b="b" t="t" l="l"/>
              <a:pathLst>
                <a:path h="839802" w="741313">
                  <a:moveTo>
                    <a:pt x="412151" y="26858"/>
                  </a:moveTo>
                  <a:lnTo>
                    <a:pt x="735561" y="747358"/>
                  </a:lnTo>
                  <a:cubicBezTo>
                    <a:pt x="744670" y="767652"/>
                    <a:pt x="742872" y="791179"/>
                    <a:pt x="730785" y="809853"/>
                  </a:cubicBezTo>
                  <a:cubicBezTo>
                    <a:pt x="718698" y="828527"/>
                    <a:pt x="697970" y="839802"/>
                    <a:pt x="675726" y="839802"/>
                  </a:cubicBezTo>
                  <a:lnTo>
                    <a:pt x="65586" y="839802"/>
                  </a:lnTo>
                  <a:cubicBezTo>
                    <a:pt x="43342" y="839802"/>
                    <a:pt x="22614" y="828527"/>
                    <a:pt x="10527" y="809853"/>
                  </a:cubicBezTo>
                  <a:cubicBezTo>
                    <a:pt x="-1560" y="791179"/>
                    <a:pt x="-3358" y="767652"/>
                    <a:pt x="5751" y="747358"/>
                  </a:cubicBezTo>
                  <a:lnTo>
                    <a:pt x="329161" y="26858"/>
                  </a:lnTo>
                  <a:cubicBezTo>
                    <a:pt x="336497" y="10515"/>
                    <a:pt x="352742" y="0"/>
                    <a:pt x="370656" y="0"/>
                  </a:cubicBezTo>
                  <a:cubicBezTo>
                    <a:pt x="388570" y="0"/>
                    <a:pt x="404815" y="10515"/>
                    <a:pt x="412151" y="2685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90000"/>
                  </a:srgbClr>
                </a:gs>
                <a:gs pos="100000">
                  <a:srgbClr val="94B9FF">
                    <a:alpha val="9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363209"/>
              <a:ext cx="558800" cy="477509"/>
            </a:xfrm>
            <a:prstGeom prst="rect">
              <a:avLst/>
            </a:prstGeom>
          </p:spPr>
          <p:txBody>
            <a:bodyPr anchor="ctr" rtlCol="false" tIns="36223" lIns="36223" bIns="36223" rIns="36223"/>
            <a:lstStyle/>
            <a:p>
              <a:pPr algn="ctr">
                <a:lnSpc>
                  <a:spcPts val="267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85755" y="3778194"/>
            <a:ext cx="218740" cy="950843"/>
          </a:xfrm>
          <a:custGeom>
            <a:avLst/>
            <a:gdLst/>
            <a:ahLst/>
            <a:cxnLst/>
            <a:rect r="r" b="b" t="t" l="l"/>
            <a:pathLst>
              <a:path h="950843" w="218740">
                <a:moveTo>
                  <a:pt x="0" y="0"/>
                </a:moveTo>
                <a:lnTo>
                  <a:pt x="218740" y="0"/>
                </a:lnTo>
                <a:lnTo>
                  <a:pt x="218740" y="950843"/>
                </a:lnTo>
                <a:lnTo>
                  <a:pt x="0" y="950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01084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58388" y="5071164"/>
            <a:ext cx="3629612" cy="3340126"/>
            <a:chOff x="0" y="0"/>
            <a:chExt cx="4839483" cy="4453501"/>
          </a:xfrm>
        </p:grpSpPr>
        <p:grpSp>
          <p:nvGrpSpPr>
            <p:cNvPr name="Group 10" id="10"/>
            <p:cNvGrpSpPr/>
            <p:nvPr/>
          </p:nvGrpSpPr>
          <p:grpSpPr>
            <a:xfrm rot="-10800000">
              <a:off x="0" y="0"/>
              <a:ext cx="4604406" cy="4453501"/>
              <a:chOff x="0" y="0"/>
              <a:chExt cx="812800" cy="78616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6798" y="26138"/>
                <a:ext cx="779204" cy="760023"/>
              </a:xfrm>
              <a:custGeom>
                <a:avLst/>
                <a:gdLst/>
                <a:ahLst/>
                <a:cxnLst/>
                <a:rect r="r" b="b" t="t" l="l"/>
                <a:pathLst>
                  <a:path h="760023" w="779204">
                    <a:moveTo>
                      <a:pt x="409319" y="12003"/>
                    </a:moveTo>
                    <a:lnTo>
                      <a:pt x="776285" y="721882"/>
                    </a:lnTo>
                    <a:cubicBezTo>
                      <a:pt x="780474" y="729985"/>
                      <a:pt x="780136" y="739685"/>
                      <a:pt x="775392" y="747477"/>
                    </a:cubicBezTo>
                    <a:cubicBezTo>
                      <a:pt x="770649" y="755268"/>
                      <a:pt x="762187" y="760023"/>
                      <a:pt x="753066" y="760023"/>
                    </a:cubicBezTo>
                    <a:lnTo>
                      <a:pt x="26138" y="760023"/>
                    </a:lnTo>
                    <a:cubicBezTo>
                      <a:pt x="17017" y="760023"/>
                      <a:pt x="8555" y="755268"/>
                      <a:pt x="3812" y="747477"/>
                    </a:cubicBezTo>
                    <a:cubicBezTo>
                      <a:pt x="-932" y="739685"/>
                      <a:pt x="-1270" y="729985"/>
                      <a:pt x="2919" y="721882"/>
                    </a:cubicBezTo>
                    <a:lnTo>
                      <a:pt x="369885" y="12003"/>
                    </a:lnTo>
                    <a:cubicBezTo>
                      <a:pt x="373696" y="4631"/>
                      <a:pt x="381303" y="0"/>
                      <a:pt x="389602" y="0"/>
                    </a:cubicBezTo>
                    <a:cubicBezTo>
                      <a:pt x="397901" y="0"/>
                      <a:pt x="405508" y="4631"/>
                      <a:pt x="409319" y="12003"/>
                    </a:cubicBezTo>
                    <a:close/>
                  </a:path>
                </a:pathLst>
              </a:custGeom>
              <a:solidFill>
                <a:srgbClr val="23403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307853"/>
                <a:ext cx="558800" cy="422153"/>
              </a:xfrm>
              <a:prstGeom prst="rect">
                <a:avLst/>
              </a:prstGeom>
            </p:spPr>
            <p:txBody>
              <a:bodyPr anchor="ctr" rtlCol="false" tIns="36223" lIns="36223" bIns="36223" rIns="36223"/>
              <a:lstStyle/>
              <a:p>
                <a:pPr algn="ctr">
                  <a:lnSpc>
                    <a:spcPts val="267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true" flipV="false" rot="10481927">
              <a:off x="921128" y="231798"/>
              <a:ext cx="3761955" cy="3559750"/>
            </a:xfrm>
            <a:custGeom>
              <a:avLst/>
              <a:gdLst/>
              <a:ahLst/>
              <a:cxnLst/>
              <a:rect r="r" b="b" t="t" l="l"/>
              <a:pathLst>
                <a:path h="3559750" w="3761955">
                  <a:moveTo>
                    <a:pt x="3761955" y="0"/>
                  </a:moveTo>
                  <a:lnTo>
                    <a:pt x="0" y="0"/>
                  </a:lnTo>
                  <a:lnTo>
                    <a:pt x="0" y="3559750"/>
                  </a:lnTo>
                  <a:lnTo>
                    <a:pt x="3761955" y="3559750"/>
                  </a:lnTo>
                  <a:lnTo>
                    <a:pt x="3761955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519325" y="-176691"/>
            <a:ext cx="2727901" cy="2410783"/>
          </a:xfrm>
          <a:custGeom>
            <a:avLst/>
            <a:gdLst/>
            <a:ahLst/>
            <a:cxnLst/>
            <a:rect r="r" b="b" t="t" l="l"/>
            <a:pathLst>
              <a:path h="2410783" w="2727901">
                <a:moveTo>
                  <a:pt x="0" y="0"/>
                </a:moveTo>
                <a:lnTo>
                  <a:pt x="2727902" y="0"/>
                </a:lnTo>
                <a:lnTo>
                  <a:pt x="2727902" y="2410782"/>
                </a:lnTo>
                <a:lnTo>
                  <a:pt x="0" y="24107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641052" cy="522457"/>
          </a:xfrm>
          <a:custGeom>
            <a:avLst/>
            <a:gdLst/>
            <a:ahLst/>
            <a:cxnLst/>
            <a:rect r="r" b="b" t="t" l="l"/>
            <a:pathLst>
              <a:path h="522457" w="641052">
                <a:moveTo>
                  <a:pt x="0" y="0"/>
                </a:moveTo>
                <a:lnTo>
                  <a:pt x="641052" y="0"/>
                </a:lnTo>
                <a:lnTo>
                  <a:pt x="641052" y="522457"/>
                </a:lnTo>
                <a:lnTo>
                  <a:pt x="0" y="52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91100" y="0"/>
            <a:ext cx="1420590" cy="2934093"/>
          </a:xfrm>
          <a:custGeom>
            <a:avLst/>
            <a:gdLst/>
            <a:ahLst/>
            <a:cxnLst/>
            <a:rect r="r" b="b" t="t" l="l"/>
            <a:pathLst>
              <a:path h="2934093" w="1420590">
                <a:moveTo>
                  <a:pt x="0" y="0"/>
                </a:moveTo>
                <a:lnTo>
                  <a:pt x="1420590" y="0"/>
                </a:lnTo>
                <a:lnTo>
                  <a:pt x="1420590" y="2934093"/>
                </a:lnTo>
                <a:lnTo>
                  <a:pt x="0" y="29340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271451" y="3099427"/>
            <a:ext cx="5172222" cy="3259220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4535461" y="2234091"/>
            <a:ext cx="8067238" cy="8052909"/>
          </a:xfrm>
          <a:custGeom>
            <a:avLst/>
            <a:gdLst/>
            <a:ahLst/>
            <a:cxnLst/>
            <a:rect r="r" b="b" t="t" l="l"/>
            <a:pathLst>
              <a:path h="8052909" w="8067238">
                <a:moveTo>
                  <a:pt x="0" y="0"/>
                </a:moveTo>
                <a:lnTo>
                  <a:pt x="8067238" y="0"/>
                </a:lnTo>
                <a:lnTo>
                  <a:pt x="8067238" y="8052909"/>
                </a:lnTo>
                <a:lnTo>
                  <a:pt x="0" y="80529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567" y="916048"/>
            <a:ext cx="10889924" cy="201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0"/>
              </a:lnSpc>
            </a:pPr>
            <a:r>
              <a:rPr lang="en-US" sz="4634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MÉTRICAS DE AVANCES &amp; PORCENTAJE DE AVANCE</a:t>
            </a:r>
          </a:p>
          <a:p>
            <a:pPr algn="l">
              <a:lnSpc>
                <a:spcPts val="533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522" y="-1114950"/>
            <a:ext cx="7335291" cy="2801892"/>
            <a:chOff x="0" y="0"/>
            <a:chExt cx="930920" cy="355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289" y="0"/>
              <a:ext cx="904343" cy="355587"/>
            </a:xfrm>
            <a:custGeom>
              <a:avLst/>
              <a:gdLst/>
              <a:ahLst/>
              <a:cxnLst/>
              <a:rect r="r" b="b" t="t" l="l"/>
              <a:pathLst>
                <a:path h="355587" w="904343">
                  <a:moveTo>
                    <a:pt x="682768" y="0"/>
                  </a:moveTo>
                  <a:lnTo>
                    <a:pt x="18374" y="0"/>
                  </a:lnTo>
                  <a:cubicBezTo>
                    <a:pt x="11824" y="0"/>
                    <a:pt x="5769" y="3487"/>
                    <a:pt x="2482" y="9152"/>
                  </a:cubicBezTo>
                  <a:cubicBezTo>
                    <a:pt x="-806" y="14817"/>
                    <a:pt x="-829" y="21804"/>
                    <a:pt x="2421" y="27491"/>
                  </a:cubicBezTo>
                  <a:lnTo>
                    <a:pt x="174201" y="328096"/>
                  </a:lnTo>
                  <a:cubicBezTo>
                    <a:pt x="183916" y="345096"/>
                    <a:pt x="201994" y="355587"/>
                    <a:pt x="221574" y="355587"/>
                  </a:cubicBezTo>
                  <a:lnTo>
                    <a:pt x="885968" y="355587"/>
                  </a:lnTo>
                  <a:cubicBezTo>
                    <a:pt x="892518" y="355587"/>
                    <a:pt x="898573" y="352101"/>
                    <a:pt x="901860" y="346435"/>
                  </a:cubicBezTo>
                  <a:cubicBezTo>
                    <a:pt x="905148" y="340770"/>
                    <a:pt x="905171" y="333783"/>
                    <a:pt x="901921" y="328096"/>
                  </a:cubicBezTo>
                  <a:lnTo>
                    <a:pt x="730141" y="27491"/>
                  </a:lnTo>
                  <a:cubicBezTo>
                    <a:pt x="720426" y="10491"/>
                    <a:pt x="702348" y="0"/>
                    <a:pt x="682768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727720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822215" y="-1659968"/>
            <a:ext cx="17254146" cy="3346910"/>
            <a:chOff x="0" y="0"/>
            <a:chExt cx="1825168" cy="3540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11" y="0"/>
              <a:ext cx="1811947" cy="354041"/>
            </a:xfrm>
            <a:custGeom>
              <a:avLst/>
              <a:gdLst/>
              <a:ahLst/>
              <a:cxnLst/>
              <a:rect r="r" b="b" t="t" l="l"/>
              <a:pathLst>
                <a:path h="354041" w="1811947">
                  <a:moveTo>
                    <a:pt x="212293" y="0"/>
                  </a:moveTo>
                  <a:lnTo>
                    <a:pt x="1802853" y="0"/>
                  </a:lnTo>
                  <a:cubicBezTo>
                    <a:pt x="1806098" y="0"/>
                    <a:pt x="1809096" y="1729"/>
                    <a:pt x="1810722" y="4537"/>
                  </a:cubicBezTo>
                  <a:cubicBezTo>
                    <a:pt x="1812348" y="7345"/>
                    <a:pt x="1812355" y="10806"/>
                    <a:pt x="1810740" y="13621"/>
                  </a:cubicBezTo>
                  <a:lnTo>
                    <a:pt x="1623175" y="340420"/>
                  </a:lnTo>
                  <a:cubicBezTo>
                    <a:pt x="1618339" y="348846"/>
                    <a:pt x="1609367" y="354041"/>
                    <a:pt x="1599653" y="354041"/>
                  </a:cubicBezTo>
                  <a:lnTo>
                    <a:pt x="9093" y="354041"/>
                  </a:lnTo>
                  <a:cubicBezTo>
                    <a:pt x="5849" y="354041"/>
                    <a:pt x="2850" y="352312"/>
                    <a:pt x="1224" y="349504"/>
                  </a:cubicBezTo>
                  <a:cubicBezTo>
                    <a:pt x="-402" y="346696"/>
                    <a:pt x="-409" y="343235"/>
                    <a:pt x="1206" y="340420"/>
                  </a:cubicBezTo>
                  <a:lnTo>
                    <a:pt x="188772" y="13621"/>
                  </a:lnTo>
                  <a:cubicBezTo>
                    <a:pt x="193607" y="5195"/>
                    <a:pt x="202579" y="0"/>
                    <a:pt x="212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621968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576994" y="8847436"/>
            <a:ext cx="3838468" cy="3838468"/>
            <a:chOff x="0" y="0"/>
            <a:chExt cx="5117957" cy="5117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17957" cy="5117957"/>
            </a:xfrm>
            <a:custGeom>
              <a:avLst/>
              <a:gdLst/>
              <a:ahLst/>
              <a:cxnLst/>
              <a:rect r="r" b="b" t="t" l="l"/>
              <a:pathLst>
                <a:path h="5117957" w="5117957">
                  <a:moveTo>
                    <a:pt x="0" y="0"/>
                  </a:moveTo>
                  <a:lnTo>
                    <a:pt x="5117957" y="0"/>
                  </a:lnTo>
                  <a:lnTo>
                    <a:pt x="5117957" y="5117957"/>
                  </a:lnTo>
                  <a:lnTo>
                    <a:pt x="0" y="511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42202" y="663438"/>
              <a:ext cx="1002704" cy="864832"/>
            </a:xfrm>
            <a:custGeom>
              <a:avLst/>
              <a:gdLst/>
              <a:ahLst/>
              <a:cxnLst/>
              <a:rect r="r" b="b" t="t" l="l"/>
              <a:pathLst>
                <a:path h="864832" w="1002704">
                  <a:moveTo>
                    <a:pt x="0" y="0"/>
                  </a:moveTo>
                  <a:lnTo>
                    <a:pt x="1002704" y="0"/>
                  </a:lnTo>
                  <a:lnTo>
                    <a:pt x="1002704" y="864832"/>
                  </a:lnTo>
                  <a:lnTo>
                    <a:pt x="0" y="86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82968" y="3254585"/>
              <a:ext cx="928244" cy="800610"/>
            </a:xfrm>
            <a:custGeom>
              <a:avLst/>
              <a:gdLst/>
              <a:ahLst/>
              <a:cxnLst/>
              <a:rect r="r" b="b" t="t" l="l"/>
              <a:pathLst>
                <a:path h="800610" w="928244">
                  <a:moveTo>
                    <a:pt x="0" y="0"/>
                  </a:moveTo>
                  <a:lnTo>
                    <a:pt x="928244" y="0"/>
                  </a:lnTo>
                  <a:lnTo>
                    <a:pt x="928244" y="800611"/>
                  </a:lnTo>
                  <a:lnTo>
                    <a:pt x="0" y="80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21149" y="861783"/>
              <a:ext cx="892316" cy="881368"/>
            </a:xfrm>
            <a:custGeom>
              <a:avLst/>
              <a:gdLst/>
              <a:ahLst/>
              <a:cxnLst/>
              <a:rect r="r" b="b" t="t" l="l"/>
              <a:pathLst>
                <a:path h="881368" w="892316">
                  <a:moveTo>
                    <a:pt x="0" y="0"/>
                  </a:moveTo>
                  <a:lnTo>
                    <a:pt x="892316" y="0"/>
                  </a:lnTo>
                  <a:lnTo>
                    <a:pt x="892316" y="881368"/>
                  </a:lnTo>
                  <a:lnTo>
                    <a:pt x="0" y="881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712" t="-1797" r="-1641" b="-2839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53589" y="3470167"/>
              <a:ext cx="965883" cy="903101"/>
            </a:xfrm>
            <a:custGeom>
              <a:avLst/>
              <a:gdLst/>
              <a:ahLst/>
              <a:cxnLst/>
              <a:rect r="r" b="b" t="t" l="l"/>
              <a:pathLst>
                <a:path h="903101" w="965883">
                  <a:moveTo>
                    <a:pt x="0" y="0"/>
                  </a:moveTo>
                  <a:lnTo>
                    <a:pt x="965883" y="0"/>
                  </a:lnTo>
                  <a:lnTo>
                    <a:pt x="965883" y="903100"/>
                  </a:lnTo>
                  <a:lnTo>
                    <a:pt x="0" y="90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387376" y="9972675"/>
            <a:ext cx="17646676" cy="1656163"/>
          </a:xfrm>
          <a:custGeom>
            <a:avLst/>
            <a:gdLst/>
            <a:ahLst/>
            <a:cxnLst/>
            <a:rect r="r" b="b" t="t" l="l"/>
            <a:pathLst>
              <a:path h="1656163" w="17646676">
                <a:moveTo>
                  <a:pt x="0" y="0"/>
                </a:moveTo>
                <a:lnTo>
                  <a:pt x="17646676" y="0"/>
                </a:lnTo>
                <a:lnTo>
                  <a:pt x="17646676" y="1656163"/>
                </a:lnTo>
                <a:lnTo>
                  <a:pt x="0" y="16561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90245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383500" y="884743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575" y="486069"/>
            <a:ext cx="12772947" cy="82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b="true" sz="5608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AJUSTES REALIZADOS AL SPRINT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8749" y="2594824"/>
            <a:ext cx="16391582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219"/>
              </a:lnSpc>
              <a:buAutoNum type="arabicPeriod" startAt="1"/>
            </a:pPr>
            <a:r>
              <a:rPr lang="en-US" b="true" sz="279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Ajustes de tiempos </a:t>
            </a:r>
          </a:p>
          <a:p>
            <a:pPr algn="l" marL="1209039" indent="-403013" lvl="2">
              <a:lnSpc>
                <a:spcPts val="3219"/>
              </a:lnSpc>
              <a:buFont typeface="Arial"/>
              <a:buChar char="⚬"/>
            </a:pPr>
            <a:r>
              <a:rPr lang="en-US" sz="279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Se ajustaron tiempos de entregas durante el sprint 2, se planifico y ajusto para poder completarlas a tiempo y sin causar mas retrasos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6108" y="4224325"/>
            <a:ext cx="9069137" cy="477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281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Ajustes realizados al Sprint 2</a:t>
            </a:r>
          </a:p>
          <a:p>
            <a:pPr algn="just" marL="608634" indent="-304317" lvl="1">
              <a:lnSpc>
                <a:spcPts val="4228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 </a:t>
            </a: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Asignaron más días a las entregas entrega.</a:t>
            </a:r>
          </a:p>
          <a:p>
            <a:pPr algn="just" marL="608634" indent="-304317" lvl="1">
              <a:lnSpc>
                <a:spcPts val="4228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 reajustaron los plazos y puntajes de las tareas en base al Póker Planning.</a:t>
            </a:r>
          </a:p>
          <a:p>
            <a:pPr algn="just" marL="608634" indent="-304317" lvl="1">
              <a:lnSpc>
                <a:spcPts val="4228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Las actividades con mayor complejidad o impacto reciben ahora más días asignados.</a:t>
            </a:r>
          </a:p>
          <a:p>
            <a:pPr algn="just" marL="608634" indent="-304317" lvl="1">
              <a:lnSpc>
                <a:spcPts val="4228"/>
              </a:lnSpc>
              <a:spcBef>
                <a:spcPct val="0"/>
              </a:spcBef>
              <a:buFont typeface="Arial"/>
              <a:buChar char="•"/>
            </a:pP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Actividades de bajo puntaje fueron re asignadas con menos días haciendo calzar tiempos de entregas con el </a:t>
            </a:r>
            <a:r>
              <a:rPr lang="en-US" b="true" sz="2819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cliente</a:t>
            </a:r>
            <a:r>
              <a:rPr lang="en-US" sz="281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67564" y="-1114950"/>
            <a:ext cx="9369249" cy="2485630"/>
            <a:chOff x="0" y="0"/>
            <a:chExt cx="1340339" cy="355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404" y="0"/>
              <a:ext cx="1319531" cy="355587"/>
            </a:xfrm>
            <a:custGeom>
              <a:avLst/>
              <a:gdLst/>
              <a:ahLst/>
              <a:cxnLst/>
              <a:rect r="r" b="b" t="t" l="l"/>
              <a:pathLst>
                <a:path h="355587" w="1319531">
                  <a:moveTo>
                    <a:pt x="1101946" y="0"/>
                  </a:moveTo>
                  <a:lnTo>
                    <a:pt x="14385" y="0"/>
                  </a:lnTo>
                  <a:cubicBezTo>
                    <a:pt x="9257" y="0"/>
                    <a:pt x="4517" y="2730"/>
                    <a:pt x="1943" y="7165"/>
                  </a:cubicBezTo>
                  <a:cubicBezTo>
                    <a:pt x="-631" y="11600"/>
                    <a:pt x="-649" y="17071"/>
                    <a:pt x="1895" y="21523"/>
                  </a:cubicBezTo>
                  <a:lnTo>
                    <a:pt x="180497" y="334064"/>
                  </a:lnTo>
                  <a:cubicBezTo>
                    <a:pt x="188102" y="347374"/>
                    <a:pt x="202256" y="355587"/>
                    <a:pt x="217585" y="355587"/>
                  </a:cubicBezTo>
                  <a:lnTo>
                    <a:pt x="1305146" y="355587"/>
                  </a:lnTo>
                  <a:cubicBezTo>
                    <a:pt x="1310274" y="355587"/>
                    <a:pt x="1315014" y="352858"/>
                    <a:pt x="1317588" y="348422"/>
                  </a:cubicBezTo>
                  <a:cubicBezTo>
                    <a:pt x="1320162" y="343987"/>
                    <a:pt x="1320180" y="338517"/>
                    <a:pt x="1317636" y="334064"/>
                  </a:cubicBezTo>
                  <a:lnTo>
                    <a:pt x="1139034" y="21523"/>
                  </a:lnTo>
                  <a:cubicBezTo>
                    <a:pt x="1131429" y="8214"/>
                    <a:pt x="1117275" y="0"/>
                    <a:pt x="1101946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1137139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822215" y="-1659968"/>
            <a:ext cx="15623737" cy="3030648"/>
            <a:chOff x="0" y="0"/>
            <a:chExt cx="1825168" cy="3540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301" y="0"/>
              <a:ext cx="1810567" cy="354041"/>
            </a:xfrm>
            <a:custGeom>
              <a:avLst/>
              <a:gdLst/>
              <a:ahLst/>
              <a:cxnLst/>
              <a:rect r="r" b="b" t="t" l="l"/>
              <a:pathLst>
                <a:path h="354041" w="1810567">
                  <a:moveTo>
                    <a:pt x="213242" y="0"/>
                  </a:moveTo>
                  <a:lnTo>
                    <a:pt x="1800524" y="0"/>
                  </a:lnTo>
                  <a:cubicBezTo>
                    <a:pt x="1804107" y="0"/>
                    <a:pt x="1807419" y="1909"/>
                    <a:pt x="1809215" y="5010"/>
                  </a:cubicBezTo>
                  <a:cubicBezTo>
                    <a:pt x="1811010" y="8111"/>
                    <a:pt x="1811018" y="11934"/>
                    <a:pt x="1809234" y="15042"/>
                  </a:cubicBezTo>
                  <a:lnTo>
                    <a:pt x="1623300" y="338999"/>
                  </a:lnTo>
                  <a:cubicBezTo>
                    <a:pt x="1617960" y="348303"/>
                    <a:pt x="1608052" y="354041"/>
                    <a:pt x="1597324" y="354041"/>
                  </a:cubicBezTo>
                  <a:lnTo>
                    <a:pt x="10042" y="354041"/>
                  </a:lnTo>
                  <a:cubicBezTo>
                    <a:pt x="6459" y="354041"/>
                    <a:pt x="3147" y="352132"/>
                    <a:pt x="1351" y="349031"/>
                  </a:cubicBezTo>
                  <a:cubicBezTo>
                    <a:pt x="-444" y="345930"/>
                    <a:pt x="-452" y="342107"/>
                    <a:pt x="1332" y="338999"/>
                  </a:cubicBezTo>
                  <a:lnTo>
                    <a:pt x="187266" y="15042"/>
                  </a:lnTo>
                  <a:cubicBezTo>
                    <a:pt x="192606" y="5738"/>
                    <a:pt x="202514" y="0"/>
                    <a:pt x="2132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621968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576994" y="8847436"/>
            <a:ext cx="3838468" cy="3838468"/>
            <a:chOff x="0" y="0"/>
            <a:chExt cx="5117957" cy="5117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17957" cy="5117957"/>
            </a:xfrm>
            <a:custGeom>
              <a:avLst/>
              <a:gdLst/>
              <a:ahLst/>
              <a:cxnLst/>
              <a:rect r="r" b="b" t="t" l="l"/>
              <a:pathLst>
                <a:path h="5117957" w="5117957">
                  <a:moveTo>
                    <a:pt x="0" y="0"/>
                  </a:moveTo>
                  <a:lnTo>
                    <a:pt x="5117957" y="0"/>
                  </a:lnTo>
                  <a:lnTo>
                    <a:pt x="5117957" y="5117957"/>
                  </a:lnTo>
                  <a:lnTo>
                    <a:pt x="0" y="511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42202" y="663438"/>
              <a:ext cx="1002704" cy="864832"/>
            </a:xfrm>
            <a:custGeom>
              <a:avLst/>
              <a:gdLst/>
              <a:ahLst/>
              <a:cxnLst/>
              <a:rect r="r" b="b" t="t" l="l"/>
              <a:pathLst>
                <a:path h="864832" w="1002704">
                  <a:moveTo>
                    <a:pt x="0" y="0"/>
                  </a:moveTo>
                  <a:lnTo>
                    <a:pt x="1002704" y="0"/>
                  </a:lnTo>
                  <a:lnTo>
                    <a:pt x="1002704" y="864832"/>
                  </a:lnTo>
                  <a:lnTo>
                    <a:pt x="0" y="86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82968" y="3254585"/>
              <a:ext cx="928244" cy="800610"/>
            </a:xfrm>
            <a:custGeom>
              <a:avLst/>
              <a:gdLst/>
              <a:ahLst/>
              <a:cxnLst/>
              <a:rect r="r" b="b" t="t" l="l"/>
              <a:pathLst>
                <a:path h="800610" w="928244">
                  <a:moveTo>
                    <a:pt x="0" y="0"/>
                  </a:moveTo>
                  <a:lnTo>
                    <a:pt x="928244" y="0"/>
                  </a:lnTo>
                  <a:lnTo>
                    <a:pt x="928244" y="800611"/>
                  </a:lnTo>
                  <a:lnTo>
                    <a:pt x="0" y="80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21149" y="861783"/>
              <a:ext cx="892316" cy="881368"/>
            </a:xfrm>
            <a:custGeom>
              <a:avLst/>
              <a:gdLst/>
              <a:ahLst/>
              <a:cxnLst/>
              <a:rect r="r" b="b" t="t" l="l"/>
              <a:pathLst>
                <a:path h="881368" w="892316">
                  <a:moveTo>
                    <a:pt x="0" y="0"/>
                  </a:moveTo>
                  <a:lnTo>
                    <a:pt x="892316" y="0"/>
                  </a:lnTo>
                  <a:lnTo>
                    <a:pt x="892316" y="881368"/>
                  </a:lnTo>
                  <a:lnTo>
                    <a:pt x="0" y="881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712" t="-1797" r="-1641" b="-2839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53589" y="3470167"/>
              <a:ext cx="965883" cy="903101"/>
            </a:xfrm>
            <a:custGeom>
              <a:avLst/>
              <a:gdLst/>
              <a:ahLst/>
              <a:cxnLst/>
              <a:rect r="r" b="b" t="t" l="l"/>
              <a:pathLst>
                <a:path h="903101" w="965883">
                  <a:moveTo>
                    <a:pt x="0" y="0"/>
                  </a:moveTo>
                  <a:lnTo>
                    <a:pt x="965883" y="0"/>
                  </a:lnTo>
                  <a:lnTo>
                    <a:pt x="965883" y="903100"/>
                  </a:lnTo>
                  <a:lnTo>
                    <a:pt x="0" y="90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387376" y="10076755"/>
            <a:ext cx="17646676" cy="1656163"/>
          </a:xfrm>
          <a:custGeom>
            <a:avLst/>
            <a:gdLst/>
            <a:ahLst/>
            <a:cxnLst/>
            <a:rect r="r" b="b" t="t" l="l"/>
            <a:pathLst>
              <a:path h="1656163" w="17646676">
                <a:moveTo>
                  <a:pt x="0" y="0"/>
                </a:moveTo>
                <a:lnTo>
                  <a:pt x="17646676" y="0"/>
                </a:lnTo>
                <a:lnTo>
                  <a:pt x="17646676" y="1656163"/>
                </a:lnTo>
                <a:lnTo>
                  <a:pt x="0" y="16561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290245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383500" y="884743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18970" y="1370680"/>
            <a:ext cx="13050060" cy="8678290"/>
          </a:xfrm>
          <a:custGeom>
            <a:avLst/>
            <a:gdLst/>
            <a:ahLst/>
            <a:cxnLst/>
            <a:rect r="r" b="b" t="t" l="l"/>
            <a:pathLst>
              <a:path h="8678290" w="13050060">
                <a:moveTo>
                  <a:pt x="0" y="0"/>
                </a:moveTo>
                <a:lnTo>
                  <a:pt x="13050060" y="0"/>
                </a:lnTo>
                <a:lnTo>
                  <a:pt x="13050060" y="8678290"/>
                </a:lnTo>
                <a:lnTo>
                  <a:pt x="0" y="867829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01262" y="271255"/>
            <a:ext cx="13165192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SPRINT PLANNING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8681" y="10012717"/>
            <a:ext cx="18945362" cy="1778047"/>
          </a:xfrm>
          <a:custGeom>
            <a:avLst/>
            <a:gdLst/>
            <a:ahLst/>
            <a:cxnLst/>
            <a:rect r="r" b="b" t="t" l="l"/>
            <a:pathLst>
              <a:path h="1778047" w="18945362">
                <a:moveTo>
                  <a:pt x="0" y="0"/>
                </a:moveTo>
                <a:lnTo>
                  <a:pt x="18945362" y="0"/>
                </a:lnTo>
                <a:lnTo>
                  <a:pt x="18945362" y="1778046"/>
                </a:lnTo>
                <a:lnTo>
                  <a:pt x="0" y="1778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9024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01522" y="-1114950"/>
            <a:ext cx="7335291" cy="2801892"/>
            <a:chOff x="0" y="0"/>
            <a:chExt cx="930920" cy="3555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289" y="0"/>
              <a:ext cx="904343" cy="355587"/>
            </a:xfrm>
            <a:custGeom>
              <a:avLst/>
              <a:gdLst/>
              <a:ahLst/>
              <a:cxnLst/>
              <a:rect r="r" b="b" t="t" l="l"/>
              <a:pathLst>
                <a:path h="355587" w="904343">
                  <a:moveTo>
                    <a:pt x="682768" y="0"/>
                  </a:moveTo>
                  <a:lnTo>
                    <a:pt x="18374" y="0"/>
                  </a:lnTo>
                  <a:cubicBezTo>
                    <a:pt x="11824" y="0"/>
                    <a:pt x="5769" y="3487"/>
                    <a:pt x="2482" y="9152"/>
                  </a:cubicBezTo>
                  <a:cubicBezTo>
                    <a:pt x="-806" y="14817"/>
                    <a:pt x="-829" y="21804"/>
                    <a:pt x="2421" y="27491"/>
                  </a:cubicBezTo>
                  <a:lnTo>
                    <a:pt x="174201" y="328096"/>
                  </a:lnTo>
                  <a:cubicBezTo>
                    <a:pt x="183916" y="345096"/>
                    <a:pt x="201994" y="355587"/>
                    <a:pt x="221574" y="355587"/>
                  </a:cubicBezTo>
                  <a:lnTo>
                    <a:pt x="885968" y="355587"/>
                  </a:lnTo>
                  <a:cubicBezTo>
                    <a:pt x="892518" y="355587"/>
                    <a:pt x="898573" y="352101"/>
                    <a:pt x="901860" y="346435"/>
                  </a:cubicBezTo>
                  <a:cubicBezTo>
                    <a:pt x="905148" y="340770"/>
                    <a:pt x="905171" y="333783"/>
                    <a:pt x="901921" y="328096"/>
                  </a:cubicBezTo>
                  <a:lnTo>
                    <a:pt x="730141" y="27491"/>
                  </a:lnTo>
                  <a:cubicBezTo>
                    <a:pt x="720426" y="10491"/>
                    <a:pt x="702348" y="0"/>
                    <a:pt x="682768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66675"/>
              <a:ext cx="727720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868240" y="-1873754"/>
            <a:ext cx="16830038" cy="3560696"/>
            <a:chOff x="0" y="0"/>
            <a:chExt cx="1673415" cy="3540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777" y="0"/>
              <a:ext cx="1659861" cy="354041"/>
            </a:xfrm>
            <a:custGeom>
              <a:avLst/>
              <a:gdLst/>
              <a:ahLst/>
              <a:cxnLst/>
              <a:rect r="r" b="b" t="t" l="l"/>
              <a:pathLst>
                <a:path h="354041" w="1659861">
                  <a:moveTo>
                    <a:pt x="212523" y="0"/>
                  </a:moveTo>
                  <a:lnTo>
                    <a:pt x="1650538" y="0"/>
                  </a:lnTo>
                  <a:cubicBezTo>
                    <a:pt x="1653865" y="0"/>
                    <a:pt x="1656939" y="1772"/>
                    <a:pt x="1658606" y="4651"/>
                  </a:cubicBezTo>
                  <a:cubicBezTo>
                    <a:pt x="1660273" y="7530"/>
                    <a:pt x="1660280" y="11079"/>
                    <a:pt x="1658624" y="13964"/>
                  </a:cubicBezTo>
                  <a:lnTo>
                    <a:pt x="1471453" y="340077"/>
                  </a:lnTo>
                  <a:cubicBezTo>
                    <a:pt x="1466495" y="348715"/>
                    <a:pt x="1457297" y="354041"/>
                    <a:pt x="1447338" y="354041"/>
                  </a:cubicBezTo>
                  <a:lnTo>
                    <a:pt x="9323" y="354041"/>
                  </a:lnTo>
                  <a:cubicBezTo>
                    <a:pt x="5997" y="354041"/>
                    <a:pt x="2922" y="352269"/>
                    <a:pt x="1255" y="349390"/>
                  </a:cubicBezTo>
                  <a:cubicBezTo>
                    <a:pt x="-412" y="346511"/>
                    <a:pt x="-418" y="342962"/>
                    <a:pt x="1237" y="340077"/>
                  </a:cubicBezTo>
                  <a:lnTo>
                    <a:pt x="188409" y="13964"/>
                  </a:lnTo>
                  <a:cubicBezTo>
                    <a:pt x="193366" y="5326"/>
                    <a:pt x="202564" y="0"/>
                    <a:pt x="2125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66675"/>
              <a:ext cx="1470215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383500" y="884743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73297" y="1661618"/>
            <a:ext cx="11513776" cy="8189173"/>
          </a:xfrm>
          <a:custGeom>
            <a:avLst/>
            <a:gdLst/>
            <a:ahLst/>
            <a:cxnLst/>
            <a:rect r="r" b="b" t="t" l="l"/>
            <a:pathLst>
              <a:path h="8189173" w="11513776">
                <a:moveTo>
                  <a:pt x="0" y="0"/>
                </a:moveTo>
                <a:lnTo>
                  <a:pt x="11513777" y="0"/>
                </a:lnTo>
                <a:lnTo>
                  <a:pt x="11513777" y="8189174"/>
                </a:lnTo>
                <a:lnTo>
                  <a:pt x="0" y="8189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2833905" y="3488588"/>
            <a:ext cx="2758423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2833905" y="2680288"/>
            <a:ext cx="1990010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8450" y="2082511"/>
            <a:ext cx="2961642" cy="850042"/>
            <a:chOff x="0" y="0"/>
            <a:chExt cx="3948857" cy="113338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3823513" cy="1133389"/>
              <a:chOff x="0" y="0"/>
              <a:chExt cx="755262" cy="22387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55262" cy="223879"/>
              </a:xfrm>
              <a:custGeom>
                <a:avLst/>
                <a:gdLst/>
                <a:ahLst/>
                <a:cxnLst/>
                <a:rect r="r" b="b" t="t" l="l"/>
                <a:pathLst>
                  <a:path h="223879" w="755262">
                    <a:moveTo>
                      <a:pt x="111940" y="0"/>
                    </a:moveTo>
                    <a:lnTo>
                      <a:pt x="643322" y="0"/>
                    </a:lnTo>
                    <a:cubicBezTo>
                      <a:pt x="673010" y="0"/>
                      <a:pt x="701483" y="11794"/>
                      <a:pt x="722475" y="32786"/>
                    </a:cubicBezTo>
                    <a:cubicBezTo>
                      <a:pt x="743468" y="53779"/>
                      <a:pt x="755262" y="82251"/>
                      <a:pt x="755262" y="111940"/>
                    </a:cubicBezTo>
                    <a:lnTo>
                      <a:pt x="755262" y="111940"/>
                    </a:lnTo>
                    <a:cubicBezTo>
                      <a:pt x="755262" y="173762"/>
                      <a:pt x="705145" y="223879"/>
                      <a:pt x="643322" y="223879"/>
                    </a:cubicBezTo>
                    <a:lnTo>
                      <a:pt x="111940" y="223879"/>
                    </a:lnTo>
                    <a:cubicBezTo>
                      <a:pt x="82251" y="223879"/>
                      <a:pt x="53779" y="212086"/>
                      <a:pt x="32786" y="191093"/>
                    </a:cubicBezTo>
                    <a:cubicBezTo>
                      <a:pt x="11794" y="170100"/>
                      <a:pt x="0" y="141628"/>
                      <a:pt x="0" y="111940"/>
                    </a:cubicBezTo>
                    <a:lnTo>
                      <a:pt x="0" y="111940"/>
                    </a:lnTo>
                    <a:cubicBezTo>
                      <a:pt x="0" y="82251"/>
                      <a:pt x="11794" y="53779"/>
                      <a:pt x="32786" y="32786"/>
                    </a:cubicBezTo>
                    <a:cubicBezTo>
                      <a:pt x="53779" y="11794"/>
                      <a:pt x="82251" y="0"/>
                      <a:pt x="11194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66675"/>
                <a:ext cx="755262" cy="290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305499"/>
              <a:ext cx="3948857" cy="484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b="true" sz="22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Registro y Login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3096463"/>
            <a:ext cx="2970093" cy="1173286"/>
            <a:chOff x="0" y="0"/>
            <a:chExt cx="3960123" cy="156438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960123" cy="1564381"/>
              <a:chOff x="0" y="0"/>
              <a:chExt cx="870344" cy="34381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70344" cy="343815"/>
              </a:xfrm>
              <a:custGeom>
                <a:avLst/>
                <a:gdLst/>
                <a:ahLst/>
                <a:cxnLst/>
                <a:rect r="r" b="b" t="t" l="l"/>
                <a:pathLst>
                  <a:path h="343815" w="870344">
                    <a:moveTo>
                      <a:pt x="171907" y="0"/>
                    </a:moveTo>
                    <a:lnTo>
                      <a:pt x="698436" y="0"/>
                    </a:lnTo>
                    <a:cubicBezTo>
                      <a:pt x="793378" y="0"/>
                      <a:pt x="870344" y="76966"/>
                      <a:pt x="870344" y="171907"/>
                    </a:cubicBezTo>
                    <a:lnTo>
                      <a:pt x="870344" y="171907"/>
                    </a:lnTo>
                    <a:cubicBezTo>
                      <a:pt x="870344" y="266849"/>
                      <a:pt x="793378" y="343815"/>
                      <a:pt x="698436" y="343815"/>
                    </a:cubicBezTo>
                    <a:lnTo>
                      <a:pt x="171907" y="343815"/>
                    </a:lnTo>
                    <a:cubicBezTo>
                      <a:pt x="76966" y="343815"/>
                      <a:pt x="0" y="266849"/>
                      <a:pt x="0" y="171907"/>
                    </a:cubicBezTo>
                    <a:lnTo>
                      <a:pt x="0" y="171907"/>
                    </a:lnTo>
                    <a:cubicBezTo>
                      <a:pt x="0" y="76966"/>
                      <a:pt x="76966" y="0"/>
                      <a:pt x="171907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870344" cy="410490"/>
              </a:xfrm>
              <a:prstGeom prst="rect">
                <a:avLst/>
              </a:prstGeom>
            </p:spPr>
            <p:txBody>
              <a:bodyPr anchor="ctr" rtlCol="false" tIns="45658" lIns="45658" bIns="45658" rIns="45658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9391" y="285839"/>
              <a:ext cx="3781342" cy="885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8"/>
                </a:lnSpc>
              </a:pPr>
              <a:r>
                <a:rPr lang="en-US" b="true" sz="1977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CRUD de productos a inventario principal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8216963" y="3336168"/>
            <a:ext cx="6439073" cy="188040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28" id="28"/>
          <p:cNvGrpSpPr/>
          <p:nvPr/>
        </p:nvGrpSpPr>
        <p:grpSpPr>
          <a:xfrm rot="0">
            <a:off x="14687074" y="2554348"/>
            <a:ext cx="3519283" cy="1500178"/>
            <a:chOff x="0" y="0"/>
            <a:chExt cx="4692377" cy="200023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692377" cy="2000237"/>
              <a:chOff x="0" y="0"/>
              <a:chExt cx="1075329" cy="45838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75329" cy="458385"/>
              </a:xfrm>
              <a:custGeom>
                <a:avLst/>
                <a:gdLst/>
                <a:ahLst/>
                <a:cxnLst/>
                <a:rect r="r" b="b" t="t" l="l"/>
                <a:pathLst>
                  <a:path h="458385" w="1075329">
                    <a:moveTo>
                      <a:pt x="219986" y="0"/>
                    </a:moveTo>
                    <a:lnTo>
                      <a:pt x="855344" y="0"/>
                    </a:lnTo>
                    <a:cubicBezTo>
                      <a:pt x="976838" y="0"/>
                      <a:pt x="1075329" y="98491"/>
                      <a:pt x="1075329" y="219986"/>
                    </a:cubicBezTo>
                    <a:lnTo>
                      <a:pt x="1075329" y="238399"/>
                    </a:lnTo>
                    <a:cubicBezTo>
                      <a:pt x="1075329" y="359894"/>
                      <a:pt x="976838" y="458385"/>
                      <a:pt x="855344" y="458385"/>
                    </a:cubicBezTo>
                    <a:lnTo>
                      <a:pt x="219986" y="458385"/>
                    </a:lnTo>
                    <a:cubicBezTo>
                      <a:pt x="98491" y="458385"/>
                      <a:pt x="0" y="359894"/>
                      <a:pt x="0" y="238399"/>
                    </a:cubicBezTo>
                    <a:lnTo>
                      <a:pt x="0" y="219986"/>
                    </a:lnTo>
                    <a:cubicBezTo>
                      <a:pt x="0" y="98491"/>
                      <a:pt x="98491" y="0"/>
                      <a:pt x="21998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1075329" cy="525060"/>
              </a:xfrm>
              <a:prstGeom prst="rect">
                <a:avLst/>
              </a:prstGeom>
            </p:spPr>
            <p:txBody>
              <a:bodyPr anchor="ctr" rtlCol="false" tIns="43787" lIns="43787" bIns="43787" rIns="43787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79074" y="327381"/>
              <a:ext cx="4272294" cy="1307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</a:pPr>
              <a:r>
                <a:rPr lang="en-US" b="true" sz="1896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CRUD de casetas y Asignar productos a caseta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31984" y="5281699"/>
            <a:ext cx="934843" cy="1269540"/>
          </a:xfrm>
          <a:custGeom>
            <a:avLst/>
            <a:gdLst/>
            <a:ahLst/>
            <a:cxnLst/>
            <a:rect r="r" b="b" t="t" l="l"/>
            <a:pathLst>
              <a:path h="1269540" w="934843">
                <a:moveTo>
                  <a:pt x="0" y="0"/>
                </a:moveTo>
                <a:lnTo>
                  <a:pt x="934843" y="0"/>
                </a:lnTo>
                <a:lnTo>
                  <a:pt x="934843" y="1269540"/>
                </a:lnTo>
                <a:lnTo>
                  <a:pt x="0" y="12695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499115" y="3468780"/>
            <a:ext cx="198018" cy="376851"/>
          </a:xfrm>
          <a:custGeom>
            <a:avLst/>
            <a:gdLst/>
            <a:ahLst/>
            <a:cxnLst/>
            <a:rect r="r" b="b" t="t" l="l"/>
            <a:pathLst>
              <a:path h="376851" w="198018">
                <a:moveTo>
                  <a:pt x="0" y="0"/>
                </a:moveTo>
                <a:lnTo>
                  <a:pt x="198018" y="0"/>
                </a:lnTo>
                <a:lnTo>
                  <a:pt x="198018" y="376851"/>
                </a:lnTo>
                <a:lnTo>
                  <a:pt x="0" y="3768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44882" y="705943"/>
            <a:ext cx="13104501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b="true" sz="6499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BURDOWN CHART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1984" y="7522888"/>
            <a:ext cx="2991377" cy="1324548"/>
            <a:chOff x="0" y="0"/>
            <a:chExt cx="3988502" cy="1766065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66675"/>
              <a:ext cx="3988502" cy="1469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1"/>
                </a:lnSpc>
              </a:pPr>
              <a:r>
                <a:rPr lang="en-US" sz="2980" spc="-14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19/19 </a:t>
              </a:r>
            </a:p>
            <a:p>
              <a:pPr algn="l">
                <a:lnSpc>
                  <a:spcPts val="2831"/>
                </a:lnSpc>
              </a:pPr>
              <a:r>
                <a:rPr lang="en-US" sz="2980" spc="-14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Product Backlog completado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598925"/>
              <a:ext cx="3988502" cy="167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6"/>
                </a:lnSpc>
              </a:pPr>
            </a:p>
          </p:txBody>
        </p:sp>
      </p:grpSp>
      <p:sp>
        <p:nvSpPr>
          <p:cNvPr name="AutoShape 39" id="39"/>
          <p:cNvSpPr/>
          <p:nvPr/>
        </p:nvSpPr>
        <p:spPr>
          <a:xfrm flipH="true">
            <a:off x="10050201" y="5916469"/>
            <a:ext cx="4636873" cy="139860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14687074" y="5216576"/>
            <a:ext cx="3519283" cy="1306658"/>
            <a:chOff x="0" y="0"/>
            <a:chExt cx="4692377" cy="174221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692377" cy="1742211"/>
              <a:chOff x="0" y="0"/>
              <a:chExt cx="1075329" cy="39925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75329" cy="399254"/>
              </a:xfrm>
              <a:custGeom>
                <a:avLst/>
                <a:gdLst/>
                <a:ahLst/>
                <a:cxnLst/>
                <a:rect r="r" b="b" t="t" l="l"/>
                <a:pathLst>
                  <a:path h="399254" w="1075329">
                    <a:moveTo>
                      <a:pt x="189619" y="0"/>
                    </a:moveTo>
                    <a:lnTo>
                      <a:pt x="885711" y="0"/>
                    </a:lnTo>
                    <a:cubicBezTo>
                      <a:pt x="990434" y="0"/>
                      <a:pt x="1075329" y="84895"/>
                      <a:pt x="1075329" y="189619"/>
                    </a:cubicBezTo>
                    <a:lnTo>
                      <a:pt x="1075329" y="209635"/>
                    </a:lnTo>
                    <a:cubicBezTo>
                      <a:pt x="1075329" y="259925"/>
                      <a:pt x="1055352" y="308156"/>
                      <a:pt x="1019791" y="343716"/>
                    </a:cubicBezTo>
                    <a:cubicBezTo>
                      <a:pt x="984231" y="379276"/>
                      <a:pt x="936001" y="399254"/>
                      <a:pt x="885711" y="399254"/>
                    </a:cubicBezTo>
                    <a:lnTo>
                      <a:pt x="189619" y="399254"/>
                    </a:lnTo>
                    <a:cubicBezTo>
                      <a:pt x="84895" y="399254"/>
                      <a:pt x="0" y="314359"/>
                      <a:pt x="0" y="209635"/>
                    </a:cubicBezTo>
                    <a:lnTo>
                      <a:pt x="0" y="189619"/>
                    </a:lnTo>
                    <a:cubicBezTo>
                      <a:pt x="0" y="84895"/>
                      <a:pt x="84895" y="0"/>
                      <a:pt x="18961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66675"/>
                <a:ext cx="1075329" cy="465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420083" y="198367"/>
              <a:ext cx="3852212" cy="1307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</a:pPr>
              <a:r>
                <a:rPr lang="en-US" b="true" sz="1896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Notificaciones, Aplicaciones y Reportes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flipH="true">
            <a:off x="11097963" y="7202934"/>
            <a:ext cx="3863836" cy="1209684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46" id="46"/>
          <p:cNvGrpSpPr/>
          <p:nvPr/>
        </p:nvGrpSpPr>
        <p:grpSpPr>
          <a:xfrm rot="0">
            <a:off x="14709526" y="6882980"/>
            <a:ext cx="3519283" cy="639908"/>
            <a:chOff x="0" y="0"/>
            <a:chExt cx="4692377" cy="853211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4692377" cy="853211"/>
              <a:chOff x="0" y="0"/>
              <a:chExt cx="1075329" cy="195526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75329" cy="195526"/>
              </a:xfrm>
              <a:custGeom>
                <a:avLst/>
                <a:gdLst/>
                <a:ahLst/>
                <a:cxnLst/>
                <a:rect r="r" b="b" t="t" l="l"/>
                <a:pathLst>
                  <a:path h="195526" w="1075329">
                    <a:moveTo>
                      <a:pt x="97763" y="0"/>
                    </a:moveTo>
                    <a:lnTo>
                      <a:pt x="977566" y="0"/>
                    </a:lnTo>
                    <a:cubicBezTo>
                      <a:pt x="1003495" y="0"/>
                      <a:pt x="1028361" y="10300"/>
                      <a:pt x="1046695" y="28634"/>
                    </a:cubicBezTo>
                    <a:cubicBezTo>
                      <a:pt x="1065029" y="46968"/>
                      <a:pt x="1075329" y="71835"/>
                      <a:pt x="1075329" y="97763"/>
                    </a:cubicBezTo>
                    <a:lnTo>
                      <a:pt x="1075329" y="97763"/>
                    </a:lnTo>
                    <a:cubicBezTo>
                      <a:pt x="1075329" y="123691"/>
                      <a:pt x="1065029" y="148558"/>
                      <a:pt x="1046695" y="166892"/>
                    </a:cubicBezTo>
                    <a:cubicBezTo>
                      <a:pt x="1028361" y="185226"/>
                      <a:pt x="1003495" y="195526"/>
                      <a:pt x="977566" y="195526"/>
                    </a:cubicBezTo>
                    <a:lnTo>
                      <a:pt x="97763" y="195526"/>
                    </a:lnTo>
                    <a:cubicBezTo>
                      <a:pt x="71835" y="195526"/>
                      <a:pt x="46968" y="185226"/>
                      <a:pt x="28634" y="166892"/>
                    </a:cubicBezTo>
                    <a:cubicBezTo>
                      <a:pt x="10300" y="148558"/>
                      <a:pt x="0" y="123691"/>
                      <a:pt x="0" y="97763"/>
                    </a:cubicBezTo>
                    <a:lnTo>
                      <a:pt x="0" y="97763"/>
                    </a:lnTo>
                    <a:cubicBezTo>
                      <a:pt x="0" y="71835"/>
                      <a:pt x="10300" y="46968"/>
                      <a:pt x="28634" y="28634"/>
                    </a:cubicBezTo>
                    <a:cubicBezTo>
                      <a:pt x="46968" y="10300"/>
                      <a:pt x="71835" y="0"/>
                      <a:pt x="9776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66675"/>
                <a:ext cx="1075329" cy="26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20083" y="198367"/>
              <a:ext cx="3852212" cy="41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</a:pPr>
              <a:r>
                <a:rPr lang="en-US" sz="1896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flipH="true">
            <a:off x="13714798" y="8555714"/>
            <a:ext cx="1031212" cy="21478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grpSp>
        <p:nvGrpSpPr>
          <p:cNvPr name="Group 52" id="52"/>
          <p:cNvGrpSpPr/>
          <p:nvPr/>
        </p:nvGrpSpPr>
        <p:grpSpPr>
          <a:xfrm rot="0">
            <a:off x="14768717" y="8185162"/>
            <a:ext cx="3519283" cy="639908"/>
            <a:chOff x="0" y="0"/>
            <a:chExt cx="4692377" cy="853211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4692377" cy="853211"/>
              <a:chOff x="0" y="0"/>
              <a:chExt cx="1075329" cy="195526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75329" cy="195526"/>
              </a:xfrm>
              <a:custGeom>
                <a:avLst/>
                <a:gdLst/>
                <a:ahLst/>
                <a:cxnLst/>
                <a:rect r="r" b="b" t="t" l="l"/>
                <a:pathLst>
                  <a:path h="195526" w="1075329">
                    <a:moveTo>
                      <a:pt x="97763" y="0"/>
                    </a:moveTo>
                    <a:lnTo>
                      <a:pt x="977566" y="0"/>
                    </a:lnTo>
                    <a:cubicBezTo>
                      <a:pt x="1003495" y="0"/>
                      <a:pt x="1028361" y="10300"/>
                      <a:pt x="1046695" y="28634"/>
                    </a:cubicBezTo>
                    <a:cubicBezTo>
                      <a:pt x="1065029" y="46968"/>
                      <a:pt x="1075329" y="71835"/>
                      <a:pt x="1075329" y="97763"/>
                    </a:cubicBezTo>
                    <a:lnTo>
                      <a:pt x="1075329" y="97763"/>
                    </a:lnTo>
                    <a:cubicBezTo>
                      <a:pt x="1075329" y="123691"/>
                      <a:pt x="1065029" y="148558"/>
                      <a:pt x="1046695" y="166892"/>
                    </a:cubicBezTo>
                    <a:cubicBezTo>
                      <a:pt x="1028361" y="185226"/>
                      <a:pt x="1003495" y="195526"/>
                      <a:pt x="977566" y="195526"/>
                    </a:cubicBezTo>
                    <a:lnTo>
                      <a:pt x="97763" y="195526"/>
                    </a:lnTo>
                    <a:cubicBezTo>
                      <a:pt x="71835" y="195526"/>
                      <a:pt x="46968" y="185226"/>
                      <a:pt x="28634" y="166892"/>
                    </a:cubicBezTo>
                    <a:cubicBezTo>
                      <a:pt x="10300" y="148558"/>
                      <a:pt x="0" y="123691"/>
                      <a:pt x="0" y="97763"/>
                    </a:cubicBezTo>
                    <a:lnTo>
                      <a:pt x="0" y="97763"/>
                    </a:lnTo>
                    <a:cubicBezTo>
                      <a:pt x="0" y="71835"/>
                      <a:pt x="10300" y="46968"/>
                      <a:pt x="28634" y="28634"/>
                    </a:cubicBezTo>
                    <a:cubicBezTo>
                      <a:pt x="46968" y="10300"/>
                      <a:pt x="71835" y="0"/>
                      <a:pt x="9776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66675"/>
                <a:ext cx="1075329" cy="26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50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420083" y="198367"/>
              <a:ext cx="3852212" cy="41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4"/>
                </a:lnSpc>
              </a:pPr>
              <a:r>
                <a:rPr lang="en-US" b="true" sz="1896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Pruebas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522" y="-1114950"/>
            <a:ext cx="7335291" cy="2801892"/>
            <a:chOff x="0" y="0"/>
            <a:chExt cx="930920" cy="355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289" y="0"/>
              <a:ext cx="904343" cy="355587"/>
            </a:xfrm>
            <a:custGeom>
              <a:avLst/>
              <a:gdLst/>
              <a:ahLst/>
              <a:cxnLst/>
              <a:rect r="r" b="b" t="t" l="l"/>
              <a:pathLst>
                <a:path h="355587" w="904343">
                  <a:moveTo>
                    <a:pt x="682768" y="0"/>
                  </a:moveTo>
                  <a:lnTo>
                    <a:pt x="18374" y="0"/>
                  </a:lnTo>
                  <a:cubicBezTo>
                    <a:pt x="11824" y="0"/>
                    <a:pt x="5769" y="3487"/>
                    <a:pt x="2482" y="9152"/>
                  </a:cubicBezTo>
                  <a:cubicBezTo>
                    <a:pt x="-806" y="14817"/>
                    <a:pt x="-829" y="21804"/>
                    <a:pt x="2421" y="27491"/>
                  </a:cubicBezTo>
                  <a:lnTo>
                    <a:pt x="174201" y="328096"/>
                  </a:lnTo>
                  <a:cubicBezTo>
                    <a:pt x="183916" y="345096"/>
                    <a:pt x="201994" y="355587"/>
                    <a:pt x="221574" y="355587"/>
                  </a:cubicBezTo>
                  <a:lnTo>
                    <a:pt x="885968" y="355587"/>
                  </a:lnTo>
                  <a:cubicBezTo>
                    <a:pt x="892518" y="355587"/>
                    <a:pt x="898573" y="352101"/>
                    <a:pt x="901860" y="346435"/>
                  </a:cubicBezTo>
                  <a:cubicBezTo>
                    <a:pt x="905148" y="340770"/>
                    <a:pt x="905171" y="333783"/>
                    <a:pt x="901921" y="328096"/>
                  </a:cubicBezTo>
                  <a:lnTo>
                    <a:pt x="730141" y="27491"/>
                  </a:lnTo>
                  <a:cubicBezTo>
                    <a:pt x="720426" y="10491"/>
                    <a:pt x="702348" y="0"/>
                    <a:pt x="682768" y="0"/>
                  </a:cubicBezTo>
                  <a:close/>
                </a:path>
              </a:pathLst>
            </a:custGeom>
            <a:solidFill>
              <a:srgbClr val="2340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66675"/>
              <a:ext cx="727720" cy="422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2203448">
            <a:off x="16087195" y="-567063"/>
            <a:ext cx="2401361" cy="2458731"/>
          </a:xfrm>
          <a:custGeom>
            <a:avLst/>
            <a:gdLst/>
            <a:ahLst/>
            <a:cxnLst/>
            <a:rect r="r" b="b" t="t" l="l"/>
            <a:pathLst>
              <a:path h="2458731" w="2401361">
                <a:moveTo>
                  <a:pt x="0" y="0"/>
                </a:moveTo>
                <a:lnTo>
                  <a:pt x="2401360" y="0"/>
                </a:lnTo>
                <a:lnTo>
                  <a:pt x="2401360" y="2458731"/>
                </a:lnTo>
                <a:lnTo>
                  <a:pt x="0" y="2458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822215" y="-1659968"/>
            <a:ext cx="17254146" cy="3346910"/>
            <a:chOff x="0" y="0"/>
            <a:chExt cx="1825168" cy="3540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611" y="0"/>
              <a:ext cx="1811947" cy="354041"/>
            </a:xfrm>
            <a:custGeom>
              <a:avLst/>
              <a:gdLst/>
              <a:ahLst/>
              <a:cxnLst/>
              <a:rect r="r" b="b" t="t" l="l"/>
              <a:pathLst>
                <a:path h="354041" w="1811947">
                  <a:moveTo>
                    <a:pt x="212293" y="0"/>
                  </a:moveTo>
                  <a:lnTo>
                    <a:pt x="1802853" y="0"/>
                  </a:lnTo>
                  <a:cubicBezTo>
                    <a:pt x="1806098" y="0"/>
                    <a:pt x="1809096" y="1729"/>
                    <a:pt x="1810722" y="4537"/>
                  </a:cubicBezTo>
                  <a:cubicBezTo>
                    <a:pt x="1812348" y="7345"/>
                    <a:pt x="1812355" y="10806"/>
                    <a:pt x="1810740" y="13621"/>
                  </a:cubicBezTo>
                  <a:lnTo>
                    <a:pt x="1623175" y="340420"/>
                  </a:lnTo>
                  <a:cubicBezTo>
                    <a:pt x="1618339" y="348846"/>
                    <a:pt x="1609367" y="354041"/>
                    <a:pt x="1599653" y="354041"/>
                  </a:cubicBezTo>
                  <a:lnTo>
                    <a:pt x="9093" y="354041"/>
                  </a:lnTo>
                  <a:cubicBezTo>
                    <a:pt x="5849" y="354041"/>
                    <a:pt x="2850" y="352312"/>
                    <a:pt x="1224" y="349504"/>
                  </a:cubicBezTo>
                  <a:cubicBezTo>
                    <a:pt x="-402" y="346696"/>
                    <a:pt x="-409" y="343235"/>
                    <a:pt x="1206" y="340420"/>
                  </a:cubicBezTo>
                  <a:lnTo>
                    <a:pt x="188772" y="13621"/>
                  </a:lnTo>
                  <a:cubicBezTo>
                    <a:pt x="193607" y="5195"/>
                    <a:pt x="202579" y="0"/>
                    <a:pt x="212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66675"/>
              <a:ext cx="1621968" cy="4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4021186">
            <a:off x="-2164000" y="-580014"/>
            <a:ext cx="6677500" cy="2612572"/>
          </a:xfrm>
          <a:custGeom>
            <a:avLst/>
            <a:gdLst/>
            <a:ahLst/>
            <a:cxnLst/>
            <a:rect r="r" b="b" t="t" l="l"/>
            <a:pathLst>
              <a:path h="2612572" w="6677500">
                <a:moveTo>
                  <a:pt x="6677500" y="0"/>
                </a:moveTo>
                <a:lnTo>
                  <a:pt x="0" y="0"/>
                </a:lnTo>
                <a:lnTo>
                  <a:pt x="0" y="2612572"/>
                </a:lnTo>
                <a:lnTo>
                  <a:pt x="6677500" y="2612572"/>
                </a:lnTo>
                <a:lnTo>
                  <a:pt x="667750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00902" y="5589437"/>
            <a:ext cx="11301259" cy="4110833"/>
          </a:xfrm>
          <a:custGeom>
            <a:avLst/>
            <a:gdLst/>
            <a:ahLst/>
            <a:cxnLst/>
            <a:rect r="r" b="b" t="t" l="l"/>
            <a:pathLst>
              <a:path h="4110833" w="11301259">
                <a:moveTo>
                  <a:pt x="0" y="0"/>
                </a:moveTo>
                <a:lnTo>
                  <a:pt x="11301259" y="0"/>
                </a:lnTo>
                <a:lnTo>
                  <a:pt x="11301259" y="4110833"/>
                </a:lnTo>
                <a:lnTo>
                  <a:pt x="0" y="4110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576994" y="8847436"/>
            <a:ext cx="3838468" cy="3838468"/>
            <a:chOff x="0" y="0"/>
            <a:chExt cx="5117957" cy="51179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7957" cy="5117957"/>
            </a:xfrm>
            <a:custGeom>
              <a:avLst/>
              <a:gdLst/>
              <a:ahLst/>
              <a:cxnLst/>
              <a:rect r="r" b="b" t="t" l="l"/>
              <a:pathLst>
                <a:path h="5117957" w="5117957">
                  <a:moveTo>
                    <a:pt x="0" y="0"/>
                  </a:moveTo>
                  <a:lnTo>
                    <a:pt x="5117957" y="0"/>
                  </a:lnTo>
                  <a:lnTo>
                    <a:pt x="5117957" y="5117957"/>
                  </a:lnTo>
                  <a:lnTo>
                    <a:pt x="0" y="5117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42202" y="663438"/>
              <a:ext cx="1002704" cy="864832"/>
            </a:xfrm>
            <a:custGeom>
              <a:avLst/>
              <a:gdLst/>
              <a:ahLst/>
              <a:cxnLst/>
              <a:rect r="r" b="b" t="t" l="l"/>
              <a:pathLst>
                <a:path h="864832" w="1002704">
                  <a:moveTo>
                    <a:pt x="0" y="0"/>
                  </a:moveTo>
                  <a:lnTo>
                    <a:pt x="1002704" y="0"/>
                  </a:lnTo>
                  <a:lnTo>
                    <a:pt x="1002704" y="864832"/>
                  </a:lnTo>
                  <a:lnTo>
                    <a:pt x="0" y="864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82968" y="3254585"/>
              <a:ext cx="928244" cy="800610"/>
            </a:xfrm>
            <a:custGeom>
              <a:avLst/>
              <a:gdLst/>
              <a:ahLst/>
              <a:cxnLst/>
              <a:rect r="r" b="b" t="t" l="l"/>
              <a:pathLst>
                <a:path h="800610" w="928244">
                  <a:moveTo>
                    <a:pt x="0" y="0"/>
                  </a:moveTo>
                  <a:lnTo>
                    <a:pt x="928244" y="0"/>
                  </a:lnTo>
                  <a:lnTo>
                    <a:pt x="928244" y="800611"/>
                  </a:lnTo>
                  <a:lnTo>
                    <a:pt x="0" y="80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21149" y="861783"/>
              <a:ext cx="892316" cy="881368"/>
            </a:xfrm>
            <a:custGeom>
              <a:avLst/>
              <a:gdLst/>
              <a:ahLst/>
              <a:cxnLst/>
              <a:rect r="r" b="b" t="t" l="l"/>
              <a:pathLst>
                <a:path h="881368" w="892316">
                  <a:moveTo>
                    <a:pt x="0" y="0"/>
                  </a:moveTo>
                  <a:lnTo>
                    <a:pt x="892316" y="0"/>
                  </a:lnTo>
                  <a:lnTo>
                    <a:pt x="892316" y="881368"/>
                  </a:lnTo>
                  <a:lnTo>
                    <a:pt x="0" y="881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1712" t="-1797" r="-1641" b="-2839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53589" y="3470167"/>
              <a:ext cx="965883" cy="903101"/>
            </a:xfrm>
            <a:custGeom>
              <a:avLst/>
              <a:gdLst/>
              <a:ahLst/>
              <a:cxnLst/>
              <a:rect r="r" b="b" t="t" l="l"/>
              <a:pathLst>
                <a:path h="903101" w="965883">
                  <a:moveTo>
                    <a:pt x="0" y="0"/>
                  </a:moveTo>
                  <a:lnTo>
                    <a:pt x="965883" y="0"/>
                  </a:lnTo>
                  <a:lnTo>
                    <a:pt x="965883" y="903100"/>
                  </a:lnTo>
                  <a:lnTo>
                    <a:pt x="0" y="90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387376" y="9972675"/>
            <a:ext cx="17646676" cy="1656163"/>
          </a:xfrm>
          <a:custGeom>
            <a:avLst/>
            <a:gdLst/>
            <a:ahLst/>
            <a:cxnLst/>
            <a:rect r="r" b="b" t="t" l="l"/>
            <a:pathLst>
              <a:path h="1656163" w="17646676">
                <a:moveTo>
                  <a:pt x="0" y="0"/>
                </a:moveTo>
                <a:lnTo>
                  <a:pt x="17646676" y="0"/>
                </a:lnTo>
                <a:lnTo>
                  <a:pt x="17646676" y="1656163"/>
                </a:lnTo>
                <a:lnTo>
                  <a:pt x="0" y="16561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290245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65251" y="-3510381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383500" y="8847436"/>
            <a:ext cx="1992249" cy="4114800"/>
          </a:xfrm>
          <a:custGeom>
            <a:avLst/>
            <a:gdLst/>
            <a:ahLst/>
            <a:cxnLst/>
            <a:rect r="r" b="b" t="t" l="l"/>
            <a:pathLst>
              <a:path h="4114800" w="1992249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01262" y="271255"/>
            <a:ext cx="13165192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6499" b="true">
                <a:solidFill>
                  <a:srgbClr val="231F20"/>
                </a:solidFill>
                <a:latin typeface="TT Norms Bold"/>
                <a:ea typeface="TT Norms Bold"/>
                <a:cs typeface="TT Norms Bold"/>
                <a:sym typeface="TT Norms Bold"/>
              </a:rPr>
              <a:t>AJUSTES REALIZADOS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8749" y="2100885"/>
            <a:ext cx="6043370" cy="358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269" b="true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Lista de Ajustes</a:t>
            </a:r>
          </a:p>
          <a:p>
            <a:pPr algn="l">
              <a:lnSpc>
                <a:spcPts val="2609"/>
              </a:lnSpc>
            </a:pPr>
          </a:p>
          <a:p>
            <a:pPr algn="l" marL="489909" indent="-244954" lvl="1">
              <a:lnSpc>
                <a:spcPts val="2609"/>
              </a:lnSpc>
              <a:buAutoNum type="arabicPeriod" startAt="1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Integración Ajuste Modulo Aplicación.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¿Tiempos?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¿Financieros?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¿Humanos?</a:t>
            </a:r>
          </a:p>
          <a:p>
            <a:pPr algn="l">
              <a:lnSpc>
                <a:spcPts val="2609"/>
              </a:lnSpc>
            </a:pPr>
          </a:p>
          <a:p>
            <a:pPr algn="l">
              <a:lnSpc>
                <a:spcPts val="2609"/>
              </a:lnSpc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  2. </a:t>
            </a: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Integración Ajuste de Jerarquía.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¿Tiempos?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¿Financieros?</a:t>
            </a:r>
          </a:p>
          <a:p>
            <a:pPr algn="l" marL="979818" indent="-326606" lvl="2">
              <a:lnSpc>
                <a:spcPts val="2609"/>
              </a:lnSpc>
              <a:buFont typeface="Arial"/>
              <a:buChar char="⚬"/>
            </a:pPr>
            <a:r>
              <a:rPr lang="en-US" sz="22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¿Humanos?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56634" y="2119935"/>
            <a:ext cx="9149483" cy="305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Lunes </a:t>
            </a:r>
            <a:r>
              <a:rPr lang="en-US" sz="2069" b="true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27 de octubre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se planteo el escenario de ajustes en el proyecto: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2380"/>
              </a:lnSpc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      Octubre:</a:t>
            </a:r>
          </a:p>
          <a:p>
            <a:pPr algn="l" marL="893779" indent="-297926" lvl="2">
              <a:lnSpc>
                <a:spcPts val="2380"/>
              </a:lnSpc>
              <a:buFont typeface="Arial"/>
              <a:buChar char="⚬"/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Finalizar fase de desarrollo el </a:t>
            </a:r>
            <a:r>
              <a:rPr lang="en-US" b="true" sz="206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 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de  octubre.</a:t>
            </a:r>
          </a:p>
          <a:p>
            <a:pPr algn="l" marL="893779" indent="-297926" lvl="2">
              <a:lnSpc>
                <a:spcPts val="2380"/>
              </a:lnSpc>
              <a:buFont typeface="Arial"/>
              <a:buChar char="⚬"/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Reunión con cliente el </a:t>
            </a:r>
            <a:r>
              <a:rPr lang="en-US" b="true" sz="206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31 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de octubre (Sprint Planning).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      Noviembre:</a:t>
            </a:r>
          </a:p>
          <a:p>
            <a:pPr algn="l" marL="893779" indent="-297926" lvl="2">
              <a:lnSpc>
                <a:spcPts val="2380"/>
              </a:lnSpc>
              <a:buFont typeface="Arial"/>
              <a:buChar char="⚬"/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Negociar e implementar ajustes desde el </a:t>
            </a:r>
            <a:r>
              <a:rPr lang="en-US" b="true" sz="206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de noviembre.</a:t>
            </a:r>
          </a:p>
          <a:p>
            <a:pPr algn="l" marL="893779" indent="-297926" lvl="2">
              <a:lnSpc>
                <a:spcPts val="2380"/>
              </a:lnSpc>
              <a:buFont typeface="Arial"/>
              <a:buChar char="⚬"/>
            </a:pP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Empezar fase de pruebas el </a:t>
            </a:r>
            <a:r>
              <a:rPr lang="en-US" b="true" sz="206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 de noviembre y finalizarla el </a:t>
            </a:r>
            <a:r>
              <a:rPr lang="en-US" b="true" sz="2069">
                <a:solidFill>
                  <a:srgbClr val="3B435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 </a:t>
            </a:r>
            <a:r>
              <a:rPr lang="en-US" sz="2069">
                <a:solidFill>
                  <a:srgbClr val="3B435F"/>
                </a:solidFill>
                <a:latin typeface="Montserrat"/>
                <a:ea typeface="Montserrat"/>
                <a:cs typeface="Montserrat"/>
                <a:sym typeface="Montserrat"/>
              </a:rPr>
              <a:t>del mismo mes.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39085" y="1940613"/>
            <a:ext cx="7345209" cy="2993754"/>
            <a:chOff x="0" y="0"/>
            <a:chExt cx="1151087" cy="4691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00" y="0"/>
              <a:ext cx="1135887" cy="469159"/>
            </a:xfrm>
            <a:custGeom>
              <a:avLst/>
              <a:gdLst/>
              <a:ahLst/>
              <a:cxnLst/>
              <a:rect r="r" b="b" t="t" l="l"/>
              <a:pathLst>
                <a:path h="469159" w="1135887">
                  <a:moveTo>
                    <a:pt x="217734" y="0"/>
                  </a:moveTo>
                  <a:lnTo>
                    <a:pt x="1121352" y="0"/>
                  </a:lnTo>
                  <a:cubicBezTo>
                    <a:pt x="1126248" y="0"/>
                    <a:pt x="1130814" y="2464"/>
                    <a:pt x="1133502" y="6557"/>
                  </a:cubicBezTo>
                  <a:cubicBezTo>
                    <a:pt x="1136189" y="10649"/>
                    <a:pt x="1136635" y="15819"/>
                    <a:pt x="1134689" y="20311"/>
                  </a:cubicBezTo>
                  <a:lnTo>
                    <a:pt x="949084" y="448848"/>
                  </a:lnTo>
                  <a:cubicBezTo>
                    <a:pt x="943743" y="461178"/>
                    <a:pt x="931589" y="469159"/>
                    <a:pt x="918152" y="469159"/>
                  </a:cubicBezTo>
                  <a:lnTo>
                    <a:pt x="14534" y="469159"/>
                  </a:lnTo>
                  <a:cubicBezTo>
                    <a:pt x="9639" y="469159"/>
                    <a:pt x="5072" y="466694"/>
                    <a:pt x="2385" y="462602"/>
                  </a:cubicBezTo>
                  <a:cubicBezTo>
                    <a:pt x="-302" y="458510"/>
                    <a:pt x="-749" y="453340"/>
                    <a:pt x="1197" y="448848"/>
                  </a:cubicBezTo>
                  <a:lnTo>
                    <a:pt x="186803" y="20311"/>
                  </a:lnTo>
                  <a:cubicBezTo>
                    <a:pt x="192143" y="7981"/>
                    <a:pt x="204297" y="0"/>
                    <a:pt x="217734" y="0"/>
                  </a:cubicBezTo>
                  <a:close/>
                </a:path>
              </a:pathLst>
            </a:custGeom>
            <a:blipFill>
              <a:blip r:embed="rId3"/>
              <a:stretch>
                <a:fillRect l="-43101" t="-33266" r="-669" b="-50348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883276" y="1910783"/>
            <a:ext cx="1604461" cy="1787229"/>
            <a:chOff x="0" y="0"/>
            <a:chExt cx="812800" cy="905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5744" y="65586"/>
              <a:ext cx="741313" cy="839802"/>
            </a:xfrm>
            <a:custGeom>
              <a:avLst/>
              <a:gdLst/>
              <a:ahLst/>
              <a:cxnLst/>
              <a:rect r="r" b="b" t="t" l="l"/>
              <a:pathLst>
                <a:path h="839802" w="741313">
                  <a:moveTo>
                    <a:pt x="412151" y="26858"/>
                  </a:moveTo>
                  <a:lnTo>
                    <a:pt x="735561" y="747358"/>
                  </a:lnTo>
                  <a:cubicBezTo>
                    <a:pt x="744670" y="767652"/>
                    <a:pt x="742872" y="791179"/>
                    <a:pt x="730785" y="809853"/>
                  </a:cubicBezTo>
                  <a:cubicBezTo>
                    <a:pt x="718698" y="828527"/>
                    <a:pt x="697970" y="839802"/>
                    <a:pt x="675726" y="839802"/>
                  </a:cubicBezTo>
                  <a:lnTo>
                    <a:pt x="65586" y="839802"/>
                  </a:lnTo>
                  <a:cubicBezTo>
                    <a:pt x="43342" y="839802"/>
                    <a:pt x="22614" y="828527"/>
                    <a:pt x="10527" y="809853"/>
                  </a:cubicBezTo>
                  <a:cubicBezTo>
                    <a:pt x="-1560" y="791179"/>
                    <a:pt x="-3358" y="767652"/>
                    <a:pt x="5751" y="747358"/>
                  </a:cubicBezTo>
                  <a:lnTo>
                    <a:pt x="329161" y="26858"/>
                  </a:lnTo>
                  <a:cubicBezTo>
                    <a:pt x="336497" y="10515"/>
                    <a:pt x="352742" y="0"/>
                    <a:pt x="370656" y="0"/>
                  </a:cubicBezTo>
                  <a:cubicBezTo>
                    <a:pt x="388570" y="0"/>
                    <a:pt x="404815" y="10515"/>
                    <a:pt x="412151" y="2685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90000"/>
                  </a:srgbClr>
                </a:gs>
                <a:gs pos="100000">
                  <a:srgbClr val="94B9FF">
                    <a:alpha val="9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363209"/>
              <a:ext cx="558800" cy="477509"/>
            </a:xfrm>
            <a:prstGeom prst="rect">
              <a:avLst/>
            </a:prstGeom>
          </p:spPr>
          <p:txBody>
            <a:bodyPr anchor="ctr" rtlCol="false" tIns="36223" lIns="36223" bIns="36223" rIns="36223"/>
            <a:lstStyle/>
            <a:p>
              <a:pPr algn="ctr">
                <a:lnSpc>
                  <a:spcPts val="267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785755" y="3778194"/>
            <a:ext cx="218740" cy="950843"/>
          </a:xfrm>
          <a:custGeom>
            <a:avLst/>
            <a:gdLst/>
            <a:ahLst/>
            <a:cxnLst/>
            <a:rect r="r" b="b" t="t" l="l"/>
            <a:pathLst>
              <a:path h="950843" w="218740">
                <a:moveTo>
                  <a:pt x="0" y="0"/>
                </a:moveTo>
                <a:lnTo>
                  <a:pt x="218740" y="0"/>
                </a:lnTo>
                <a:lnTo>
                  <a:pt x="218740" y="950843"/>
                </a:lnTo>
                <a:lnTo>
                  <a:pt x="0" y="950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01084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58388" y="5071164"/>
            <a:ext cx="3629612" cy="3340126"/>
            <a:chOff x="0" y="0"/>
            <a:chExt cx="4839483" cy="4453501"/>
          </a:xfrm>
        </p:grpSpPr>
        <p:grpSp>
          <p:nvGrpSpPr>
            <p:cNvPr name="Group 10" id="10"/>
            <p:cNvGrpSpPr/>
            <p:nvPr/>
          </p:nvGrpSpPr>
          <p:grpSpPr>
            <a:xfrm rot="-10800000">
              <a:off x="0" y="0"/>
              <a:ext cx="4604406" cy="4453501"/>
              <a:chOff x="0" y="0"/>
              <a:chExt cx="812800" cy="78616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16798" y="26138"/>
                <a:ext cx="779204" cy="760023"/>
              </a:xfrm>
              <a:custGeom>
                <a:avLst/>
                <a:gdLst/>
                <a:ahLst/>
                <a:cxnLst/>
                <a:rect r="r" b="b" t="t" l="l"/>
                <a:pathLst>
                  <a:path h="760023" w="779204">
                    <a:moveTo>
                      <a:pt x="409319" y="12003"/>
                    </a:moveTo>
                    <a:lnTo>
                      <a:pt x="776285" y="721882"/>
                    </a:lnTo>
                    <a:cubicBezTo>
                      <a:pt x="780474" y="729985"/>
                      <a:pt x="780136" y="739685"/>
                      <a:pt x="775392" y="747477"/>
                    </a:cubicBezTo>
                    <a:cubicBezTo>
                      <a:pt x="770649" y="755268"/>
                      <a:pt x="762187" y="760023"/>
                      <a:pt x="753066" y="760023"/>
                    </a:cubicBezTo>
                    <a:lnTo>
                      <a:pt x="26138" y="760023"/>
                    </a:lnTo>
                    <a:cubicBezTo>
                      <a:pt x="17017" y="760023"/>
                      <a:pt x="8555" y="755268"/>
                      <a:pt x="3812" y="747477"/>
                    </a:cubicBezTo>
                    <a:cubicBezTo>
                      <a:pt x="-932" y="739685"/>
                      <a:pt x="-1270" y="729985"/>
                      <a:pt x="2919" y="721882"/>
                    </a:cubicBezTo>
                    <a:lnTo>
                      <a:pt x="369885" y="12003"/>
                    </a:lnTo>
                    <a:cubicBezTo>
                      <a:pt x="373696" y="4631"/>
                      <a:pt x="381303" y="0"/>
                      <a:pt x="389602" y="0"/>
                    </a:cubicBezTo>
                    <a:cubicBezTo>
                      <a:pt x="397901" y="0"/>
                      <a:pt x="405508" y="4631"/>
                      <a:pt x="409319" y="12003"/>
                    </a:cubicBezTo>
                    <a:close/>
                  </a:path>
                </a:pathLst>
              </a:custGeom>
              <a:solidFill>
                <a:srgbClr val="23403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7000" y="307853"/>
                <a:ext cx="558800" cy="422153"/>
              </a:xfrm>
              <a:prstGeom prst="rect">
                <a:avLst/>
              </a:prstGeom>
            </p:spPr>
            <p:txBody>
              <a:bodyPr anchor="ctr" rtlCol="false" tIns="36223" lIns="36223" bIns="36223" rIns="36223"/>
              <a:lstStyle/>
              <a:p>
                <a:pPr algn="ctr">
                  <a:lnSpc>
                    <a:spcPts val="267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true" flipV="false" rot="10481927">
              <a:off x="921128" y="231798"/>
              <a:ext cx="3761955" cy="3559750"/>
            </a:xfrm>
            <a:custGeom>
              <a:avLst/>
              <a:gdLst/>
              <a:ahLst/>
              <a:cxnLst/>
              <a:rect r="r" b="b" t="t" l="l"/>
              <a:pathLst>
                <a:path h="3559750" w="3761955">
                  <a:moveTo>
                    <a:pt x="3761955" y="0"/>
                  </a:moveTo>
                  <a:lnTo>
                    <a:pt x="0" y="0"/>
                  </a:lnTo>
                  <a:lnTo>
                    <a:pt x="0" y="3559750"/>
                  </a:lnTo>
                  <a:lnTo>
                    <a:pt x="3761955" y="3559750"/>
                  </a:lnTo>
                  <a:lnTo>
                    <a:pt x="3761955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519325" y="-176691"/>
            <a:ext cx="2727901" cy="2410783"/>
          </a:xfrm>
          <a:custGeom>
            <a:avLst/>
            <a:gdLst/>
            <a:ahLst/>
            <a:cxnLst/>
            <a:rect r="r" b="b" t="t" l="l"/>
            <a:pathLst>
              <a:path h="2410783" w="2727901">
                <a:moveTo>
                  <a:pt x="0" y="0"/>
                </a:moveTo>
                <a:lnTo>
                  <a:pt x="2727902" y="0"/>
                </a:lnTo>
                <a:lnTo>
                  <a:pt x="2727902" y="2410782"/>
                </a:lnTo>
                <a:lnTo>
                  <a:pt x="0" y="24107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641052" cy="522457"/>
          </a:xfrm>
          <a:custGeom>
            <a:avLst/>
            <a:gdLst/>
            <a:ahLst/>
            <a:cxnLst/>
            <a:rect r="r" b="b" t="t" l="l"/>
            <a:pathLst>
              <a:path h="522457" w="641052">
                <a:moveTo>
                  <a:pt x="0" y="0"/>
                </a:moveTo>
                <a:lnTo>
                  <a:pt x="641052" y="0"/>
                </a:lnTo>
                <a:lnTo>
                  <a:pt x="641052" y="522457"/>
                </a:lnTo>
                <a:lnTo>
                  <a:pt x="0" y="5224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91100" y="0"/>
            <a:ext cx="1420590" cy="2934093"/>
          </a:xfrm>
          <a:custGeom>
            <a:avLst/>
            <a:gdLst/>
            <a:ahLst/>
            <a:cxnLst/>
            <a:rect r="r" b="b" t="t" l="l"/>
            <a:pathLst>
              <a:path h="2934093" w="1420590">
                <a:moveTo>
                  <a:pt x="0" y="0"/>
                </a:moveTo>
                <a:lnTo>
                  <a:pt x="1420590" y="0"/>
                </a:lnTo>
                <a:lnTo>
                  <a:pt x="1420590" y="2934093"/>
                </a:lnTo>
                <a:lnTo>
                  <a:pt x="0" y="29340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567" y="1589300"/>
            <a:ext cx="11301259" cy="4958427"/>
          </a:xfrm>
          <a:custGeom>
            <a:avLst/>
            <a:gdLst/>
            <a:ahLst/>
            <a:cxnLst/>
            <a:rect r="r" b="b" t="t" l="l"/>
            <a:pathLst>
              <a:path h="4958427" w="11301259">
                <a:moveTo>
                  <a:pt x="0" y="0"/>
                </a:moveTo>
                <a:lnTo>
                  <a:pt x="11301259" y="0"/>
                </a:lnTo>
                <a:lnTo>
                  <a:pt x="11301259" y="4958428"/>
                </a:lnTo>
                <a:lnTo>
                  <a:pt x="0" y="495842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560776" y="6477504"/>
            <a:ext cx="1299643" cy="129964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03200" y="-6667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9567" y="7777148"/>
            <a:ext cx="11359759" cy="2300351"/>
          </a:xfrm>
          <a:custGeom>
            <a:avLst/>
            <a:gdLst/>
            <a:ahLst/>
            <a:cxnLst/>
            <a:rect r="r" b="b" t="t" l="l"/>
            <a:pathLst>
              <a:path h="2300351" w="11359759">
                <a:moveTo>
                  <a:pt x="0" y="0"/>
                </a:moveTo>
                <a:lnTo>
                  <a:pt x="11359758" y="0"/>
                </a:lnTo>
                <a:lnTo>
                  <a:pt x="11359758" y="2300351"/>
                </a:lnTo>
                <a:lnTo>
                  <a:pt x="0" y="23003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9567" y="916048"/>
            <a:ext cx="10889924" cy="67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0"/>
              </a:lnSpc>
            </a:pPr>
            <a:r>
              <a:rPr lang="en-US" sz="4634" b="true">
                <a:solidFill>
                  <a:srgbClr val="23403D"/>
                </a:solidFill>
                <a:latin typeface="TT Norms Bold"/>
                <a:ea typeface="TT Norms Bold"/>
                <a:cs typeface="TT Norms Bold"/>
                <a:sym typeface="TT Norms Bold"/>
              </a:rPr>
              <a:t>PRÓXIMOS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DAG4_gcHzds</dc:identifier>
  <dcterms:modified xsi:type="dcterms:W3CDTF">2011-08-01T06:04:30Z</dcterms:modified>
  <cp:revision>1</cp:revision>
  <dc:title> Proyecto Gestión Quilhuica presentacion</dc:title>
</cp:coreProperties>
</file>